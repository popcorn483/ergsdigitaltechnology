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86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2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lated image">
            <a:extLst>
              <a:ext uri="{FF2B5EF4-FFF2-40B4-BE49-F238E27FC236}">
                <a16:creationId xmlns:a16="http://schemas.microsoft.com/office/drawing/2014/main" id="{F0D5E223-4771-4B60-B369-08521BF88C4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80" b="5428"/>
          <a:stretch/>
        </p:blipFill>
        <p:spPr bwMode="auto">
          <a:xfrm>
            <a:off x="0" y="0"/>
            <a:ext cx="12192000" cy="6887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97785F-CAB6-4481-B041-C5EAFFA699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75789F-F178-4131-9444-58BF07FD9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C58F9-D86C-4B7A-A910-23B75DA4A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EDF1A-11E2-4BD7-8742-095F7A4CD2E4}" type="datetimeFigureOut">
              <a:rPr lang="en-US" smtClean="0"/>
              <a:t>3/7/2019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31E51-0E9A-4B8F-83BD-64094AA81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98CF8-6E24-43F8-B340-BA704D43E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39C0A-A97A-4A9F-83EB-DFE0035A7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527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1486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elated image">
            <a:extLst>
              <a:ext uri="{FF2B5EF4-FFF2-40B4-BE49-F238E27FC236}">
                <a16:creationId xmlns:a16="http://schemas.microsoft.com/office/drawing/2014/main" id="{0F91966F-7741-43B3-AF22-4CC6C955950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958" r="933" b="14788"/>
          <a:stretch/>
        </p:blipFill>
        <p:spPr bwMode="auto">
          <a:xfrm>
            <a:off x="0" y="0"/>
            <a:ext cx="12192000" cy="4656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290CB6-AB70-4572-BFA7-A9682E4C7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914F7-0D1F-4A66-B4C5-49471D7D6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773" y="3234519"/>
            <a:ext cx="11914496" cy="29424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89A21-76CB-4FB2-B1A0-52C46C12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EDF1A-11E2-4BD7-8742-095F7A4CD2E4}" type="datetimeFigureOut">
              <a:rPr lang="en-US" smtClean="0"/>
              <a:t>3/7/2019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52CBF-6B80-49D4-94EB-0212BA6F9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84385-EDA5-42C6-8B26-1C7191B28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39C0A-A97A-4A9F-83EB-DFE0035A7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99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E3DE1-96AE-432E-B45B-92F137161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DDDFF-9CE2-45FB-A983-557DAD653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D3E7E-5699-41E7-A1BE-6807795A8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EDF1A-11E2-4BD7-8742-095F7A4CD2E4}" type="datetimeFigureOut">
              <a:rPr lang="en-US" smtClean="0"/>
              <a:t>3/7/2019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49A26-CC73-4E13-BB58-BC55D13EC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C489D3-9AD0-4CD6-B3C6-46DD1F658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39C0A-A97A-4A9F-83EB-DFE0035A7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766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6F5A5-AAF5-4F37-9C45-FED336CB9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45BA-5F6E-49B1-A39E-12B8150972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910871-C154-46C8-848C-7144C497CE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6F20B-832D-4F81-B1DC-6FBC28C70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EDF1A-11E2-4BD7-8742-095F7A4CD2E4}" type="datetimeFigureOut">
              <a:rPr lang="en-US" smtClean="0"/>
              <a:t>3/7/2019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523135-D5CF-41D9-9C77-CD9DADC9F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744974-246F-4073-A257-26714257F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39C0A-A97A-4A9F-83EB-DFE0035A7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332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BEB11-7964-4323-9419-78541A455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24611-0F50-4676-A91B-FD2614232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B8732D-C1E3-4D14-A7BE-878CB4CEB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20D129-686C-4394-9D9C-256D57F834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E802E9-2B16-4E49-AF88-C7D0CDCE84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1CE192-A3D8-4B9F-A6E3-AC7A3CADB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EDF1A-11E2-4BD7-8742-095F7A4CD2E4}" type="datetimeFigureOut">
              <a:rPr lang="en-US" smtClean="0"/>
              <a:t>3/7/2019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F399BD-D07B-4B2F-8C94-18DB8905B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285A2B-5764-4C02-850C-006A6C34C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39C0A-A97A-4A9F-83EB-DFE0035A7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466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80517-BA62-4DE9-A117-E1927E8BC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5F9F3C-AD03-43B7-BD39-81F8DA6C3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EDF1A-11E2-4BD7-8742-095F7A4CD2E4}" type="datetimeFigureOut">
              <a:rPr lang="en-US" smtClean="0"/>
              <a:t>3/7/2019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5D2E5-558B-4144-98E9-F0BA15572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B3F338-BD10-4E5F-8DD0-9DDD71575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39C0A-A97A-4A9F-83EB-DFE0035A7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104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35292D-F146-4833-AEB9-244481E57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EDF1A-11E2-4BD7-8742-095F7A4CD2E4}" type="datetimeFigureOut">
              <a:rPr lang="en-US" smtClean="0"/>
              <a:t>3/7/2019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6F0FB7-EE12-40D9-8D9F-962AC5AF3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DF8D1-3657-4E02-AFDD-E6EC9BD35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39C0A-A97A-4A9F-83EB-DFE0035A7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442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AB52F-42CF-4DD3-B519-D35A688EC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1FBD3-1AF2-4E3A-AA0B-A76324FB7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DFE33-DBDC-4366-98FF-8A9057489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9C82D0-3CB3-4276-90A0-F66F3E12A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EDF1A-11E2-4BD7-8742-095F7A4CD2E4}" type="datetimeFigureOut">
              <a:rPr lang="en-US" smtClean="0"/>
              <a:t>3/7/2019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2633FE-DF66-45F4-8E65-8FB02DE46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867A6-BD3C-4B92-A237-FF55BD858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39C0A-A97A-4A9F-83EB-DFE0035A7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288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187F1-DE27-49C0-B369-1F9FFF70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1DA85F-B1E1-476B-8C39-0C6C54FC10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E86CE0-836B-4860-A767-59566E7F1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798A5-12EB-4684-B6DE-B540839ED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EDF1A-11E2-4BD7-8742-095F7A4CD2E4}" type="datetimeFigureOut">
              <a:rPr lang="en-US" smtClean="0"/>
              <a:t>3/7/2019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641989-E2EB-41B3-87F1-C9D142CFA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AF8583-D95F-4BFD-BD53-27CB74696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39C0A-A97A-4A9F-83EB-DFE0035A7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814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AB702-ED29-455A-926A-DF791A145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62375D-B5F2-41E2-A471-24A6F95FD8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C69C8-6467-407E-B66D-57E99196F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EDF1A-11E2-4BD7-8742-095F7A4CD2E4}" type="datetimeFigureOut">
              <a:rPr lang="en-US" smtClean="0"/>
              <a:t>3/7/2019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8FCAC-6EFA-4401-AD50-7D2C759BE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A90D6-AC95-4BB8-8D30-E6B6E9063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39C0A-A97A-4A9F-83EB-DFE0035A7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10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38DB4F-5216-4A58-87E3-DF52B5B76B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D7E6AC-2B57-46D3-A1B6-411A113786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32544-8C2B-4B20-A7C1-252B1FEDA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EDF1A-11E2-4BD7-8742-095F7A4CD2E4}" type="datetimeFigureOut">
              <a:rPr lang="en-US" smtClean="0"/>
              <a:t>3/7/2019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A6E14-F4F9-4025-8043-0B27E1937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544D3-542D-40C9-929C-4656E046A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39C0A-A97A-4A9F-83EB-DFE0035A7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982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713DD1-875A-4180-A9D8-CB8728787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F2E2A-F002-476A-BF8A-63D0BCFCB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93501-073E-4DEC-9848-2279ECF9F6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EDF1A-11E2-4BD7-8742-095F7A4CD2E4}" type="datetimeFigureOut">
              <a:rPr lang="en-US" smtClean="0"/>
              <a:t>3/7/2019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0F0BD-854B-457A-A453-C0FD9DB9E1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8472A-E6B7-4083-B707-5EA2ED597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39C0A-A97A-4A9F-83EB-DFE0035A7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303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88548-BE05-4684-A57C-E53A1D2C57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96370" y="-515368"/>
            <a:ext cx="9144000" cy="2387600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Cloud Computing</a:t>
            </a:r>
            <a:endParaRPr lang="en-US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EDC085-5941-4247-AD2F-5365BFAF81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361" y="1773238"/>
            <a:ext cx="9144000" cy="1655762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Mr Butler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5794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3E9AB-EC98-4EF0-AC5B-F358814D0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Cloud Computing?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54003-9222-4B27-8639-219F08321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number of computing resources (</a:t>
            </a:r>
            <a:r>
              <a:rPr lang="en-GB" dirty="0" err="1"/>
              <a:t>inc.</a:t>
            </a:r>
            <a:r>
              <a:rPr lang="en-GB" dirty="0"/>
              <a:t> data storage and software) are offered and delivered on demand by using the internet.</a:t>
            </a:r>
          </a:p>
          <a:p>
            <a:endParaRPr lang="en-GB" dirty="0"/>
          </a:p>
          <a:p>
            <a:r>
              <a:rPr lang="en-GB" dirty="0"/>
              <a:t>Use the internet instead of local storage (such as </a:t>
            </a:r>
            <a:r>
              <a:rPr lang="en-GB" dirty="0" err="1"/>
              <a:t>harddrive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Growing very quickly as storage is worldwide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682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26EA2-F2D0-4AF3-8D56-651C7CA6B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is cloud computing used?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7AF6D-83BD-4354-8920-20B824505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Spotify, Facebook, Twitter, </a:t>
            </a:r>
            <a:r>
              <a:rPr lang="en-GB" dirty="0" smtClean="0"/>
              <a:t>Y</a:t>
            </a:r>
            <a:r>
              <a:rPr lang="en-GB" dirty="0" smtClean="0"/>
              <a:t>ouTube</a:t>
            </a:r>
            <a:r>
              <a:rPr lang="en-GB" dirty="0"/>
              <a:t>, Netflix, Instagram all use cloud computing to offer their services</a:t>
            </a:r>
          </a:p>
          <a:p>
            <a:r>
              <a:rPr lang="en-GB" dirty="0"/>
              <a:t>Use the internet to:</a:t>
            </a:r>
          </a:p>
          <a:p>
            <a:pPr lvl="1"/>
            <a:r>
              <a:rPr lang="en-GB" dirty="0"/>
              <a:t>Run programs</a:t>
            </a:r>
          </a:p>
          <a:p>
            <a:pPr lvl="1"/>
            <a:r>
              <a:rPr lang="en-GB" dirty="0"/>
              <a:t>Store Data</a:t>
            </a:r>
          </a:p>
          <a:p>
            <a:pPr lvl="1"/>
            <a:r>
              <a:rPr lang="en-GB" dirty="0"/>
              <a:t>Process data</a:t>
            </a:r>
          </a:p>
          <a:p>
            <a:r>
              <a:rPr lang="en-GB" dirty="0"/>
              <a:t>Runs on a WAN rather than LAN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150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90C8B-34F0-4DD2-935E-7FF831BBF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Different Cloud Based Services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36F7A-1692-4D34-9BBD-3D5B73AAD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SaaS</a:t>
            </a:r>
          </a:p>
          <a:p>
            <a:pPr lvl="1"/>
            <a:r>
              <a:rPr lang="en-GB" dirty="0"/>
              <a:t>Software as a service (software runs on remote computer – normally in a web browser)</a:t>
            </a:r>
          </a:p>
          <a:p>
            <a:r>
              <a:rPr lang="en-GB" dirty="0"/>
              <a:t>PaaS</a:t>
            </a:r>
          </a:p>
          <a:p>
            <a:pPr lvl="1"/>
            <a:r>
              <a:rPr lang="en-GB" dirty="0"/>
              <a:t>Platform as a service (software development tools and database management, supports building and delivery of cloud based applications)</a:t>
            </a:r>
          </a:p>
          <a:p>
            <a:r>
              <a:rPr lang="en-GB" dirty="0"/>
              <a:t>IaaS</a:t>
            </a:r>
          </a:p>
          <a:p>
            <a:pPr lvl="1"/>
            <a:r>
              <a:rPr lang="en-GB" dirty="0"/>
              <a:t>Infrastructure as a service (computing resources that may include servers and storage)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529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BC03E-064A-4B19-8FF4-8A2DC3B79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Advantages of Cloud Computing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8FC84-B981-426A-8B1E-C256BBF4D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Low initial cost</a:t>
            </a:r>
          </a:p>
          <a:p>
            <a:pPr lvl="1"/>
            <a:r>
              <a:rPr lang="en-GB" dirty="0"/>
              <a:t>Specialist software can be hosted on the cloud</a:t>
            </a:r>
          </a:p>
          <a:p>
            <a:pPr lvl="1"/>
            <a:r>
              <a:rPr lang="en-GB" dirty="0"/>
              <a:t>‘Pay as you go’ storage – you only pay for the storage you use</a:t>
            </a:r>
          </a:p>
          <a:p>
            <a:pPr lvl="1"/>
            <a:r>
              <a:rPr lang="en-GB" dirty="0"/>
              <a:t>Cloud services do the hard processing – so low spec computers can be used on site (only need to provide access).</a:t>
            </a:r>
          </a:p>
          <a:p>
            <a:pPr lvl="1"/>
            <a:r>
              <a:rPr lang="en-GB" dirty="0"/>
              <a:t>Flexibility in bandwidth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643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A6B0A-2C0D-4133-A7FA-84F75C3BE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Advantages of Cloud Computing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80172-926F-4057-A214-3C76842E9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Scalability / Unlimited Storage</a:t>
            </a:r>
          </a:p>
          <a:p>
            <a:pPr lvl="1"/>
            <a:r>
              <a:rPr lang="en-GB" dirty="0"/>
              <a:t>Storage can be increased/decreased very quickly as huge storage available without losing data</a:t>
            </a:r>
          </a:p>
          <a:p>
            <a:pPr lvl="1"/>
            <a:r>
              <a:rPr lang="en-GB" dirty="0"/>
              <a:t>Fast (no need to copy old HDDs to upgrade)</a:t>
            </a:r>
          </a:p>
          <a:p>
            <a:pPr lvl="1"/>
            <a:r>
              <a:rPr lang="en-GB" dirty="0"/>
              <a:t>Company just contacts the cloud provider to offer more services</a:t>
            </a:r>
          </a:p>
          <a:p>
            <a:pPr lvl="1"/>
            <a:r>
              <a:rPr lang="en-GB" dirty="0"/>
              <a:t>No restriction on HDDs storage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38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596A6-C11E-43E6-9B37-AE7C6DE8D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Advantages of Cloud Computing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A9C3A-F029-44CD-B943-8084F4B7A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Software Updates</a:t>
            </a:r>
          </a:p>
          <a:p>
            <a:pPr lvl="1"/>
            <a:r>
              <a:rPr lang="en-GB" dirty="0"/>
              <a:t>Provider can offer automatic updates</a:t>
            </a:r>
          </a:p>
          <a:p>
            <a:pPr lvl="1"/>
            <a:r>
              <a:rPr lang="en-GB" dirty="0"/>
              <a:t>All workstations do not need to be updated, as software is hosted on the cloud</a:t>
            </a:r>
          </a:p>
          <a:p>
            <a:pPr lvl="1"/>
            <a:r>
              <a:rPr lang="en-GB" dirty="0"/>
              <a:t>Company does not need to manually schedule updates on each workstation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105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F3BDE-7BD5-41BE-B0BC-73D4EC005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Advantages of Cloud Computing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5A6CF-7CB1-499E-831C-8EB59BFE4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Back up and Recovery</a:t>
            </a:r>
          </a:p>
          <a:p>
            <a:pPr lvl="1"/>
            <a:r>
              <a:rPr lang="en-GB" dirty="0"/>
              <a:t>All backup/recovery is the providers’ responsibility</a:t>
            </a:r>
          </a:p>
          <a:p>
            <a:pPr lvl="1"/>
            <a:r>
              <a:rPr lang="en-GB" dirty="0"/>
              <a:t>No need for additional storage on site</a:t>
            </a:r>
          </a:p>
          <a:p>
            <a:pPr lvl="1"/>
            <a:r>
              <a:rPr lang="en-GB" dirty="0"/>
              <a:t>Cloud services have data backed up automatically at regular intervals</a:t>
            </a:r>
          </a:p>
          <a:p>
            <a:pPr lvl="1"/>
            <a:r>
              <a:rPr lang="en-GB" dirty="0"/>
              <a:t>Very little downtime (if any) as data centers are all over the world (if one data centre is out/down/broken, another can be accessed with all data very quickly.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869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8797E-FC26-4AEA-96A4-4A90D62FB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Advantages of Cloud Computing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6C86C-E40A-4766-ABD6-4EC80DD88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Accessibility</a:t>
            </a:r>
          </a:p>
          <a:p>
            <a:pPr lvl="1"/>
            <a:r>
              <a:rPr lang="en-GB" dirty="0"/>
              <a:t>Once set up, employees can access their information anywhere so long as there is internet connection</a:t>
            </a:r>
          </a:p>
          <a:p>
            <a:pPr lvl="1"/>
            <a:r>
              <a:rPr lang="en-GB" dirty="0"/>
              <a:t>Allows for teleworking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676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AF1A2-843B-4F5D-8A61-4EED28307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Advantages of Cloud Computing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16902-4981-49D5-90AD-656C60373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Reduction in Carbon Footprint</a:t>
            </a:r>
          </a:p>
          <a:p>
            <a:pPr lvl="1"/>
            <a:r>
              <a:rPr lang="en-GB" dirty="0"/>
              <a:t>Less technology required within the company, demand for electricity is reduced</a:t>
            </a:r>
          </a:p>
          <a:p>
            <a:pPr lvl="1"/>
            <a:r>
              <a:rPr lang="en-GB" dirty="0"/>
              <a:t>Cooling systems on servers within the company</a:t>
            </a:r>
          </a:p>
          <a:p>
            <a:pPr lvl="1"/>
            <a:r>
              <a:rPr lang="en-GB" dirty="0"/>
              <a:t>Our carbon footprint is a measure of the impact of our activities on the environment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693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1E8FF-6340-4A00-B632-9FEC0663F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Disadvantages of Cloud Computing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50C79-AA48-479B-9666-B6ADF1DA9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Bandwidth limitations</a:t>
            </a:r>
          </a:p>
          <a:p>
            <a:pPr lvl="1"/>
            <a:r>
              <a:rPr lang="en-GB" dirty="0"/>
              <a:t>Requires constant internet connection</a:t>
            </a:r>
          </a:p>
          <a:p>
            <a:pPr lvl="1"/>
            <a:r>
              <a:rPr lang="en-GB" dirty="0"/>
              <a:t>No internet = no work</a:t>
            </a:r>
          </a:p>
          <a:p>
            <a:pPr lvl="1"/>
            <a:r>
              <a:rPr lang="en-GB" dirty="0"/>
              <a:t>Potential downtime as if router/switch etc fails there will be no access</a:t>
            </a:r>
          </a:p>
          <a:p>
            <a:pPr lvl="1"/>
            <a:r>
              <a:rPr lang="en-GB" dirty="0"/>
              <a:t>Internet bandwidth can be slow if there is heavy internet traffic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76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EA591-79F4-4EAB-BB55-1DC0F4AB4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Disadvantages of Cloud Computing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780AB-6058-4476-A488-B8BFC1A75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Security</a:t>
            </a:r>
          </a:p>
          <a:p>
            <a:pPr lvl="1"/>
            <a:r>
              <a:rPr lang="en-GB" dirty="0"/>
              <a:t>Always a security risk when sending sensitive data over the internet</a:t>
            </a:r>
          </a:p>
          <a:p>
            <a:pPr lvl="1"/>
            <a:r>
              <a:rPr lang="en-GB" dirty="0"/>
              <a:t>‘Packet sniffing’ – hackers look at small pieces of information being sent to see if they can highlight usernames/emails passwords</a:t>
            </a:r>
          </a:p>
          <a:p>
            <a:pPr lvl="1"/>
            <a:r>
              <a:rPr lang="en-GB" dirty="0"/>
              <a:t>Whilst providers try to protect this, cannot guarantee that all data will be totally secure</a:t>
            </a:r>
          </a:p>
          <a:p>
            <a:pPr lvl="1"/>
            <a:r>
              <a:rPr lang="en-GB" dirty="0"/>
              <a:t>NHS ‘</a:t>
            </a:r>
            <a:r>
              <a:rPr lang="en-GB" dirty="0" err="1"/>
              <a:t>wannacry</a:t>
            </a:r>
            <a:r>
              <a:rPr lang="en-GB" dirty="0"/>
              <a:t>’ virus or Talk </a:t>
            </a:r>
            <a:r>
              <a:rPr lang="en-GB" dirty="0" err="1"/>
              <a:t>Talk</a:t>
            </a:r>
            <a:r>
              <a:rPr lang="en-GB" dirty="0"/>
              <a:t> database hack shows not all data is secure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804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25127-B693-4CB8-AF1C-7EAA5E6CD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Disadvantages of Cloud Computing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2CCBA-ABF7-4A3A-8FB6-40ACABA15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Customer Support</a:t>
            </a:r>
          </a:p>
          <a:p>
            <a:pPr lvl="1"/>
            <a:r>
              <a:rPr lang="en-GB" dirty="0"/>
              <a:t>Lots of phone calls/ being put on hold when calling tech support</a:t>
            </a:r>
          </a:p>
          <a:p>
            <a:pPr lvl="1"/>
            <a:r>
              <a:rPr lang="en-GB" dirty="0"/>
              <a:t>Very time consuming</a:t>
            </a:r>
          </a:p>
          <a:p>
            <a:pPr lvl="1"/>
            <a:r>
              <a:rPr lang="en-GB" dirty="0"/>
              <a:t>Can incur additional fees to ensure support is covered for different eventualities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749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225A1-1706-43E6-8881-8D163610E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Cloud Computing - Gaming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DFE41-88D5-4088-9A03-BA582FEC8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773" y="3234518"/>
            <a:ext cx="11914496" cy="3623481"/>
          </a:xfrm>
        </p:spPr>
        <p:txBody>
          <a:bodyPr/>
          <a:lstStyle/>
          <a:p>
            <a:r>
              <a:rPr lang="en-GB" dirty="0"/>
              <a:t>Games can be streamed to the games console on demand (“Share play”)</a:t>
            </a:r>
          </a:p>
          <a:p>
            <a:r>
              <a:rPr lang="en-GB" dirty="0"/>
              <a:t>Downloading directly to console reduces risk of piracy as there is no physical disk</a:t>
            </a:r>
          </a:p>
          <a:p>
            <a:r>
              <a:rPr lang="en-GB" dirty="0"/>
              <a:t>Reduce cost as no need to pay high street shops to sell their games</a:t>
            </a:r>
          </a:p>
          <a:p>
            <a:r>
              <a:rPr lang="en-GB" dirty="0"/>
              <a:t>Online gaming (Call of Duty Multiplayer)</a:t>
            </a:r>
          </a:p>
          <a:p>
            <a:r>
              <a:rPr lang="en-GB" dirty="0"/>
              <a:t>Gamers can have access to powerful servers online</a:t>
            </a:r>
          </a:p>
          <a:p>
            <a:r>
              <a:rPr lang="en-GB" dirty="0"/>
              <a:t>However, this requires a good broadband connection (lag)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879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C6494-D67C-4A5D-8449-3CB836B8F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Cloud Computing – File Storage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5AABB-45B0-4118-8D08-C84801D3A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773" y="3234518"/>
            <a:ext cx="11914496" cy="3623481"/>
          </a:xfrm>
        </p:spPr>
        <p:txBody>
          <a:bodyPr>
            <a:normAutofit/>
          </a:bodyPr>
          <a:lstStyle/>
          <a:p>
            <a:r>
              <a:rPr lang="en-GB" dirty="0"/>
              <a:t>Store files and have access anywhere</a:t>
            </a:r>
          </a:p>
          <a:p>
            <a:r>
              <a:rPr lang="en-GB" dirty="0"/>
              <a:t>Automatic backup of files and photos</a:t>
            </a:r>
          </a:p>
          <a:p>
            <a:r>
              <a:rPr lang="en-GB" dirty="0"/>
              <a:t>Examples include </a:t>
            </a:r>
            <a:r>
              <a:rPr lang="en-GB" dirty="0" err="1"/>
              <a:t>dropbox</a:t>
            </a:r>
            <a:r>
              <a:rPr lang="en-GB" dirty="0"/>
              <a:t> and google drive</a:t>
            </a:r>
          </a:p>
          <a:p>
            <a:r>
              <a:rPr lang="en-GB" dirty="0"/>
              <a:t>Easily share data (no duplicate data)</a:t>
            </a:r>
          </a:p>
          <a:p>
            <a:r>
              <a:rPr lang="en-GB" dirty="0"/>
              <a:t>Can work in a team to work on the same document at the same time (google docs)</a:t>
            </a:r>
          </a:p>
          <a:p>
            <a:r>
              <a:rPr lang="en-GB" dirty="0"/>
              <a:t>Requires an internet connection  to access and update</a:t>
            </a:r>
          </a:p>
          <a:p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658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701</Words>
  <Application>Microsoft Office PowerPoint</Application>
  <PresentationFormat>Widescreen</PresentationFormat>
  <Paragraphs>85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Cloud Computing</vt:lpstr>
      <vt:lpstr>What is Cloud Computing?</vt:lpstr>
      <vt:lpstr>Where is cloud computing used?</vt:lpstr>
      <vt:lpstr>Different Cloud Based Services</vt:lpstr>
      <vt:lpstr>Advantages of Cloud Computing</vt:lpstr>
      <vt:lpstr>Advantages of Cloud Computing</vt:lpstr>
      <vt:lpstr>Advantages of Cloud Computing</vt:lpstr>
      <vt:lpstr>Advantages of Cloud Computing</vt:lpstr>
      <vt:lpstr>Advantages of Cloud Computing</vt:lpstr>
      <vt:lpstr>Advantages of Cloud Computing</vt:lpstr>
      <vt:lpstr>Disadvantages of Cloud Computing</vt:lpstr>
      <vt:lpstr>Disadvantages of Cloud Computing</vt:lpstr>
      <vt:lpstr>Disadvantages of Cloud Computing</vt:lpstr>
      <vt:lpstr>Cloud Computing - Gaming</vt:lpstr>
      <vt:lpstr>Cloud Computing – File Storage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Computing</dc:title>
  <dc:creator>James Butler</dc:creator>
  <cp:lastModifiedBy>J Butler</cp:lastModifiedBy>
  <cp:revision>9</cp:revision>
  <dcterms:created xsi:type="dcterms:W3CDTF">2018-05-17T09:30:44Z</dcterms:created>
  <dcterms:modified xsi:type="dcterms:W3CDTF">2019-03-07T10:16:25Z</dcterms:modified>
</cp:coreProperties>
</file>