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48ee76e5-1ba3-a22e-dc85-d27a4dc82227}">
          <p14:sldIdLst>
            <p14:sldId id="256"/>
            <p14:sldId id="257"/>
            <p14:sldId id="258"/>
          </p14:sldIdLst>
        </p14:section>
        <p14:section name="IS01 · Data management: flat files, relational databases and the DBMS" id="{33280fd9-ec33-844b-fba4-2aea32065f0f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IS02 · Entity-relationship modelling" id="{9c6753d3-22ba-469c-a80f-9ae369a10060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IS03 · Normalisation to third normal form" id="{b067e80d-b601-b71f-af1c-9ec071fb55b6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IS04 · Data integrity: data dictionary, integrity rules, validation and indexing" id="{28aef701-aff1-e9b3-a86f-d6bdc0478acb}">
          <p14:sldIdLst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Compare flat-file and relational approaches to storing data | Describe the functions of a database management system (DBMS) | Explain data independence, data redundancy and data inconsistency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entities, attributes and relationships | Explain primary, foreign, composite and candidate keys | Draw and interpret entity-relationship (ER) diagrams showing 1:1, 1:M and M:N relationships | Resolve many-to-many relationships using a link entity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the purpose of normalisation | Normalise data from un-normalised form (0NF) to first, second and third normal form | Identify partial and transitive dependencies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purpose and contents of a data dictionary | Explain entity integrity and referential integrity | Describe how validation maintains data integrity | Explain the purpose of indexing and its trade-offs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20.xml"/><Relationship Id="rId5" Type="http://schemas.openxmlformats.org/officeDocument/2006/relationships/slide" Target="slide36.xml"/><Relationship Id="rId6" Type="http://schemas.openxmlformats.org/officeDocument/2006/relationships/slide" Target="slide52.xml"/><Relationship Id="rId1" Type="http://schemas.openxmlformats.org/officeDocument/2006/relationships/image" Target="../media/image-2-1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2.xml"/><Relationship Id="rId1" Type="http://schemas.openxmlformats.org/officeDocument/2006/relationships/image" Target="../media/image-5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3" Type="http://schemas.openxmlformats.org/officeDocument/2006/relationships/slide" Target="slide23.xml"/><Relationship Id="rId4" Type="http://schemas.openxmlformats.org/officeDocument/2006/relationships/slide" Target="slide24.xml"/><Relationship Id="rId5" Type="http://schemas.openxmlformats.org/officeDocument/2006/relationships/slide" Target="slide25.xml"/><Relationship Id="rId6" Type="http://schemas.openxmlformats.org/officeDocument/2006/relationships/slide" Target="slide26.xml"/><Relationship Id="rId7" Type="http://schemas.openxmlformats.org/officeDocument/2006/relationships/slide" Target="slide27.xml"/><Relationship Id="rId8" Type="http://schemas.openxmlformats.org/officeDocument/2006/relationships/slide" Target="slide28.xml"/><Relationship Id="rId9" Type="http://schemas.openxmlformats.org/officeDocument/2006/relationships/slide" Target="slide29.xml"/><Relationship Id="rId10" Type="http://schemas.openxmlformats.org/officeDocument/2006/relationships/slide" Target="slide30.xml"/><Relationship Id="rId11" Type="http://schemas.openxmlformats.org/officeDocument/2006/relationships/slide" Target="slide2.xml"/><Relationship Id="rId1" Type="http://schemas.openxmlformats.org/officeDocument/2006/relationships/image" Target="../media/image-21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3" Type="http://schemas.openxmlformats.org/officeDocument/2006/relationships/slide" Target="slide39.xml"/><Relationship Id="rId4" Type="http://schemas.openxmlformats.org/officeDocument/2006/relationships/slide" Target="slide40.xml"/><Relationship Id="rId5" Type="http://schemas.openxmlformats.org/officeDocument/2006/relationships/slide" Target="slide41.xml"/><Relationship Id="rId6" Type="http://schemas.openxmlformats.org/officeDocument/2006/relationships/slide" Target="slide42.xml"/><Relationship Id="rId7" Type="http://schemas.openxmlformats.org/officeDocument/2006/relationships/slide" Target="slide43.xml"/><Relationship Id="rId8" Type="http://schemas.openxmlformats.org/officeDocument/2006/relationships/slide" Target="slide44.xml"/><Relationship Id="rId9" Type="http://schemas.openxmlformats.org/officeDocument/2006/relationships/slide" Target="slide45.xml"/><Relationship Id="rId10" Type="http://schemas.openxmlformats.org/officeDocument/2006/relationships/slide" Target="slide46.xml"/><Relationship Id="rId11" Type="http://schemas.openxmlformats.org/officeDocument/2006/relationships/slide" Target="slide2.xml"/><Relationship Id="rId1" Type="http://schemas.openxmlformats.org/officeDocument/2006/relationships/image" Target="../media/image-37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3" Type="http://schemas.openxmlformats.org/officeDocument/2006/relationships/slide" Target="slide55.xml"/><Relationship Id="rId4" Type="http://schemas.openxmlformats.org/officeDocument/2006/relationships/slide" Target="slide56.xml"/><Relationship Id="rId5" Type="http://schemas.openxmlformats.org/officeDocument/2006/relationships/slide" Target="slide57.xml"/><Relationship Id="rId6" Type="http://schemas.openxmlformats.org/officeDocument/2006/relationships/slide" Target="slide58.xml"/><Relationship Id="rId7" Type="http://schemas.openxmlformats.org/officeDocument/2006/relationships/slide" Target="slide59.xml"/><Relationship Id="rId8" Type="http://schemas.openxmlformats.org/officeDocument/2006/relationships/slide" Target="slide60.xml"/><Relationship Id="rId9" Type="http://schemas.openxmlformats.org/officeDocument/2006/relationships/slide" Target="slide61.xml"/><Relationship Id="rId10" Type="http://schemas.openxmlformats.org/officeDocument/2006/relationships/slide" Target="slide62.xml"/><Relationship Id="rId11" Type="http://schemas.openxmlformats.org/officeDocument/2006/relationships/slide" Target="slide2.xml"/><Relationship Id="rId1" Type="http://schemas.openxmlformats.org/officeDocument/2006/relationships/image" Target="../media/image-53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Relational database design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IS01  Data management: flat files, relational databases and the DBMS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IS02  Entity-relationship modelling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IS03  Normalisation to third normal form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IS04  Data integrity: data dictionary, integrity rules, validation and indexing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IS01  Data management: flat files, relational databases and the DB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IS01  Data management: flat files, relational databases and the DBMS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4" action="ppaction://hlinksldjump" tooltip="IS02  Entity-relationship modell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IS02  Entity-relationship modelling</a:t>
            </a:r>
            <a:endParaRPr lang="en-US" sz="13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5" action="ppaction://hlinksldjump" tooltip="IS03  Normalisation to third normal for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IS03  Normalisation to third normal form</a:t>
            </a:r>
            <a:endParaRPr lang="en-US" sz="1300" dirty="0"/>
          </a:p>
        </p:txBody>
      </p:sp>
      <p:sp>
        <p:nvSpPr>
          <p:cNvPr id="10" name="btn">
            <a:hlinkClick r:id="rId6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6" action="ppaction://hlinksldjump" tooltip="IS04  Data integrity: data dictionary, integrity rules, validation and index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IS04  Data integrity: data dictionary, integrity rules, validation and indexing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Compare flat-file and relational approaches to storing data; Describe the functions of a database management system (DBMS); Explain data independence, data redundancy and data inconsistency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IS02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entities, attributes and relationships; Explain primary, foreign, composite and candidate keys; Draw and interpret entity-relationship (ER) diagrams showing 1:1, 1:M and M:N relationships; Resolve many-to-many relationships using a link entity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IS03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the purpose of normalisation; Normalise data from un-normalised form (0NF) to first, second and third normal form; Identify partial and transitive dependencies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IS04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purpose and contents of a data dictionary; Explain entity integrity and referential integrity; Describe how validation maintains data integrity; Explain the purpose of indexing and its trade-offs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IS01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management: flat files, relational databases and the DBMS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flat files lead to data redundancy and data inconsistency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at least five functions of a DBMS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what data independence means and why it matters to an organisation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Flat-file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Flat-file storage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Problems with flat fi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Problems with flat files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The relational approa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relational approach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Functions of a DB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Functions of a DBMS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Data independe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independence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8" action="ppaction://hlinksldjump" tooltip="Flat file vs relational: evalu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 file vs relational: evaluation</a:t>
            </a:r>
            <a:endParaRPr lang="en-US" sz="13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9" action="ppaction://hlinksldjump" tooltip="Worked example: Erne Leisure Cent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Erne Leisure Centre</a:t>
            </a:r>
            <a:endParaRPr lang="en-US" sz="13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pplication programs reach the data only through the DBMS, which provides SQL, the data dictionary, integrity, security, concurrency control and backup; this gives data independ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Application programs reach the data only through the DBMS, which provides SQL, the data dictionary, integrity, security, concurrency control and backup; this gives data independence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Flat-file storage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flat file stores all data in a single table or file with no links to other files.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Traditional file-based systems gave each department its own files, e.g. Sales and Accounts both keep customer details.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same data is repeated in many records and many files.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application program is written around the exact structure of its own file.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Problems with flat files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96444"/>
                <a:gridCol w="3832964"/>
                <a:gridCol w="3100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redundancy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same data is stored more than once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member's address on every booking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inconsistency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Copies of the same data disagree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Address updated on one booking but not the others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Program-data dependence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Changing a file's structure means rewriting the programs that use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Adding a mobile number field breaks the booking program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Poor security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Hard to restrict access to parts of a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Reception can see payment details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Hard to query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split across separate files cannot easily be combined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Which members booked squash and also owe fees?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relational approach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is split into separate tables, each about one entity, e.g. Member, Booking, Activity.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table has a primary key; tables are linked by foreign keys.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fact is stored once, so redundancy is minimised and updates happen in one place.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Queries join tables back together when a combined view is needed.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Tables are managed by a DBMS rather than by individual application programs.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Functions of a DBMS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storage, retrieval and update through a query language such as SQL.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Maintains the data dictionary (metadata about tables, fields, types and relationships).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Enforces integrity: validation rules, entity and referential integrity.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Security: user accounts, passwords and access rights to tables, views and fields.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Concurrency control (record locking) plus backup and recovery after failure.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independence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independence means the way data is physically stored can change without changing the application programs that use it.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Physical data independence: move to a new disk, add an index or change the file organisation – programs are unaffected.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Logical data independence: add a new field or table – existing programs and views still work.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DBMS achieves this by placing a schema (a description of the data) between programs and the stored data.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Benefit: lower maintenance cost and faster development of new applications.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Flat file vs relational: evaluation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00940"/>
                <a:gridCol w="2200940"/>
                <a:gridCol w="382772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Flat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Relational database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Redundancy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Minimised by normalisation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Consistency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Copies can disagree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Each fact stored once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Set-up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Quick and simple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design: ER model and normalisation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Querying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Limited to one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SQL joins across many tables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Security and multi-user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Weak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Access rights, locking, transactions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Best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Small single-user lists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Organisational systems with shared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Erne Leisure Centre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Flat file: BookingID, Date, Activity, MemberName, Address, Phone – 4000 rows for 600 members.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member who moves house needs dozens of rows edited; one missed row creates inconsistency.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Relational: Member(MemberID, Name, Address, Phone) and Booking(BookingID, Date, Activity, MemberID).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Now the address is stored once and the change is made in one row.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problem occurs when two copies of a customer's address hold different values?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redundancy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inconsistency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independence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Referential integrity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Data inconsistency  –  Disagreeing copies are inconsistent.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NOT normally a function of a DBMS?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Enforcing access rights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Maintaining a data dictionary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Designing the ER diagram for you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Backup and recovery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Designing the ER diagram for you  –  The database designer produces the ER model; the DBMS implements and manages it.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Adding an index without changing any application program is an example of…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logical data independence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program-data dependence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physical data independence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redundancy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physical data independence  –  Physical storage changed, programs untouched.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a relational database, tables are linked using…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foreign keys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validation rules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macros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indexes only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foreign keys  –  A foreign key refers to the primary key of another table.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When is a flat file most appropriate?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national bank's accounts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hospital patient system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small single-user contact list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airline booking system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A small single-user contact list  –  Simple, small, single-user data does not need a full DBMS.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Data inconsistency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Disagreeing copies are inconsistent.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Designing the ER diagram for you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database designer produces the ER model; the DBMS implements and manages 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physical data independence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Physical storage changed, programs untouched.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foreign keys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foreign key refers to the primary key of another table.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 small single-user contact list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Simple, small, single-user data does not need a full DBMS.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0" grpId="0">
        <p:bldAsOne/>
      </p:bldGraphic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IS02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Entity-relationship modelling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Identify entities, attributes and keys from a scenario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Draw an ER diagram using crow's foot notation with the correct degree of each relationship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Resolve a many-to-many relationship using a link entity with a composite key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Entities and attribut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Entities and attributes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Key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Degrees of relationshi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Degrees of relationship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Why M:N must be resolv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M:N must be resolved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Worked example: resolving M: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resolving M:N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Drawing ER diagrams wel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Drawing ER diagrams well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Scenario practice: Lakeland Ve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Scenario practice: Lakeland Vets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many-to-many relationship between Pupil and Course resolved by an Enrolment link entity with a composite key, giving two one-to-many relationship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many-to-many relationship between Pupil and Course resolved by an Enrolment link entity with a composite key, giving two one-to-many relationships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Entities and attributes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entity is a thing about which data is stored, e.g. Pupil, Course, Teacher.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attribute is a property of an entity, e.g. PupilID, Surname, DateOfBirth.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Entity description notation: Pupil(PupilID, Surname, Forename, FormClass) with the primary key underlined.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entity becomes a table; each attribute becomes a field; each occurrence becomes a record.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Keys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69795"/>
                <a:gridCol w="5218771"/>
                <a:gridCol w="21410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Primary key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Attribute(s) that uniquely identify each record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PupilID in Pupil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Candidate key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Any attribute that could serve as the primary key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PupilID or C2K username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Foreign key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 attribute that is the primary key of another table, used to link the tables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FormTutorID in Pupil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Composite key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primary key made from two or more attributes together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(PupilID, CourseID) in Enrolment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Secondary key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non-unique field used for searching or sorting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Surname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Degrees of relationship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One-to-one (1:1): one head of department manages one department.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One-to-many (1:M): one form class has many pupils; each pupil is in one form class.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Many-to-many (M:N): a pupil studies many courses and a course has many pupils.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crow's foot notation the 'many' end of a line has three prongs.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 each direction: 'One A has how many B? One B has how many A?'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M:N must be resolved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relational table cannot hold a repeating list of keys in one field (it would not be atomic).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 an M:N relationship cannot be implemented directly.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Create a link (associative) entity between the two entities.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original M:N becomes two 1:M relationships, with the 'many' ends at the link entity.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link entity usually has a composite key made of the two foreign keys, and may hold its own attributes such as Grade.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resolving M:N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352800"/>
                <a:gridCol w="487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After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Pupil  M ———— N  Course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Pupil 1 ——&lt; Enrolment &gt;—— 1 Course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Pupil(PupilID, Surname, Forename)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Pupil(PupilID, Surname, Forename)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Course(CourseID, Title, Level)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Course(CourseID, Title, Level)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(no table can hold the link)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Enrolment(PupilID*, CourseID*, StartDate, Grade)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8" grpId="0">
        <p:bldAsOne/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Drawing ER diagrams well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Name entities as singular nouns in boxes: Customer, not Customers.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Put the crow's foot at the 'many' end – the end with the foreign key.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Label the relationship with a verb if asked, e.g. Customer 'places' Order.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Check there are no M:N relationships left in a final logical design.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Write the entity descriptions with keys underlined and foreign keys marked with an asterisk.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Scenario practice: Lakeland Vets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owner can register many pets; each pet has one owner (1:M).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pet can have many appointments; each appointment is for one pet (1:M).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vet sees many pets and a pet may be seen by many vets (M:N), resolved by Appointment.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Entities: Owner(OwnerID, Name, Phone), Pet(PetID, Name, Species, OwnerID*), Vet(VetID, Name), Appointment(ApptID, PetID*, VetID*, Date, Time).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relationship needs a link entity?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One-to-one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One-to-many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Many-to-many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None of these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Many-to-many  –  M:N cannot be implemented directly.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Enrolment(PupilID, CourseID, Grade) uses PupilID and CourseID together as…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secondary key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composite key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candidate attribute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index only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 composite key  –  Two fields together make the primary key.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Where is the crow's foot drawn in Customer ——&lt; Order?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At Customer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At Order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At both ends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Nowhere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At Order  –  One customer places many orders, so the many end is Order.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head of department manages exactly one department, and each department has one head. This is…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1:M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M:N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M:1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1:1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1:1  –  One occurrence relates to one occurrence each way.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about a foreign key is correct?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must be the first field in a table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is the primary key of another table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cannot contain repeated values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is always a composite key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It is the primary key of another table  –  That is what links the tables.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Many-to-many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M:N cannot be implemented directly.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composite key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Two fields together make the primary key.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At Order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One customer places many orders, so the many end is Order.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1:1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One occurrence relates to one occurrence each way.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It is the primary key of another table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That is what links the tables.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6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IS03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Normalisation to third normal form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normalisation is used and the problems (anomalies) it prevents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Take a set of data from 0NF to 3NF, showing each stage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Identify repeating groups, partial dependencies and transitive dependencies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y normalise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normalise?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Un-normalised form (0NF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Un-normalised form (0NF)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First normal form (1NF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 normal form (1NF)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Second normal form (2NF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Second normal form (2NF)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Third normal form (3NF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Third normal form (3NF)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Final 3NF desig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Final 3NF design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Checking and evalua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Checking and evaluating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Fermanagh Fresh order data normalised from 0NF through 1NF and 2NF to 3NF, showing which dependency is removed at each st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Fermanagh Fresh order data normalised from 0NF through 1NF and 2NF to 3NF, showing which dependency is removed at each stage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normalise?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Normalisation is a formal process of organising attributes into tables to minimise redundancy.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removes update anomalies: changing a product price in one row but not others.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removes insertion anomalies: cannot add a new product until someone orders it.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removes deletion anomalies: deleting the only order for a customer loses the customer's details.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result: each non-key attribute depends on the key, the whole key and nothing but the key.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Un-normalised form (0NF)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List every attribute from the source document and choose a key for the whole form.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Identify the repeating group – the attributes that occur several times per key.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Fermanagh Fresh 0NF: Order(OrderNo, OrderDate, CustID, CustName, CustTown, {ProductID, ProductName, UnitPrice, Qty}).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Braces { } show the repeating group: one order has many product lines.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First normal form (1NF)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Rule: no repeating groups and every attribute is atomic (one value per field).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Move the repeating group into a new table and take the original key with it.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Order(OrderNo, OrderDate, CustID, CustName, CustTown)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OrderLine(OrderNo, ProductID, ProductName, UnitPrice, Qty) – composite key (OrderNo, ProductID).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Second normal form (2NF)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Rule: in 1NF and no partial dependencies.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partial dependency is where a non-key attribute depends on only part of a composite key.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OrderLine, ProductName and UnitPrice depend on ProductID only, not on OrderNo.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Qty depends on both OrderNo and ProductID, so it stays.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OrderLine(OrderNo*, ProductID*, Qty) and Product(ProductID, ProductName, UnitPrice).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Third normal form (3NF)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Rule: in 2NF and no transitive dependencies.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transitive dependency is where a non-key attribute depends on another non-key attribute.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Order, CustName and CustTown depend on CustID, which is not the key.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Order(OrderNo, OrderDate, CustID*) and Customer(CustID, CustName, CustTown).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Tables with a single-field key are automatically in 2NF – check them for 3NF only.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Final 3NF design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52282"/>
                <a:gridCol w="677731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Attributes (key first, * = foreign key)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CustID, CustName, CustTown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Order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OrderNo, OrderDate, CustID*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Product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ProductID, ProductName, UnitPrice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OrderLine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OrderNo*, ProductID*, Qty  (composite key)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5" grpId="0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Checking and evaluating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Ask of every non-key attribute: does it depend on the key, the whole key and nothing but the key?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Derived data such as LineTotal = UnitPrice × Qty is normally removed – it can be calculated.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Over-normalisation can mean many joins and slower queries; some data warehouses deliberately denormalise.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Historic prices: if the price at the time of ordering matters, store PriceCharged in OrderLine.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form removes repeating groups?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1NF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2NF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3NF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0NF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1NF  –  1NF requires atomic values and no repeating groups.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OrderLine(OrderNo, ProductID, ProductName, Qty): ProductName depends on ProductID only. This is a…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transitive dependency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partial dependency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repeating group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full dependency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partial dependency  –  Depends on part of the composite key.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Order(OrderNo, CustID, CustTown): CustTown depends on CustID. Removing this gives…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1NF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2NF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3NF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0NF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3NF  –  It is a transitive dependency, removed at 3NF.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Deleting the only order for a customer also loses the customer's address. This is a…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update anomaly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insertion anomaly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referential anomaly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deletion anomaly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deletion anomaly  –  Useful data is lost on deletion.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The phrase 'the key, the whole key and nothing but the key' summarises…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SQL joins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3NF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record locking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ER diagrams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3NF  –  Key (1NF), whole key (2NF), nothing but the key (3NF).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1NF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1NF requires atomic values and no repeating groups.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partial dependency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Depends on part of the composite key.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3NF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is a transitive dependency, removed at 3NF.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deletion anomaly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Useful data is lost on deletion.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3NF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Key (1NF), whole key (2NF), nothing but the key (3NF).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2" grpId="0">
        <p:bldAsOne/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IS04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integrity: data dictionary, integrity rules, validation and indexing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what a data dictionary stores and who uses it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entity and referential integrity, including cascade update and delete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the use of indexes in a relational database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at is data integrity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data integrity?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The data diction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data dictionary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Entity integ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Entity integrity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Referential integ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Referential integrity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Validation and verif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Validation and verification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Index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Indexing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Putting it togeth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Putting it together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Entity integrity requires unique, non-null primary keys; referential integrity requires every foreign key to match a primary key, so an order for missing customer C999 is an orphan reco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Entity integrity requires unique, non-null primary keys; referential integrity requires every foreign key to match a primary key, so an order for missing customer C999 is an orphan record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data integrity?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integrity means data is accurate, complete, consistent and valid throughout its life.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is threatened by input errors, transmission errors, software bugs, concurrent updates and malicious changes.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DBMS protects integrity with rules defined in the schema rather than in each program.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Key mechanisms: data dictionary, entity integrity, referential integrity, validation and transactions.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data dictionary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458817"/>
                <a:gridCol w="477078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Stores (metadata)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Table and field names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Customer.CustTown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type and 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VARCHAR(30)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Primary and foreign keys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CustID; Order.CustID references Customer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Validation rules and defaults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Qty &gt; 0; Country default 'UK'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Indexes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Index on Customer.Surname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Users and access rights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Reception: SELECT only on Booking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7" grpId="0">
        <p:bldAsOne/>
      </p:bldGraphic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Entity integrity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table must have a primary key.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primary key value must be unique for every record.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primary key must never be null (empty).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DBMS rejects an INSERT that breaks these rules.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Guarantees each record can be identified and retrieved unambiguously.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Referential integrity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foreign key value must match an existing primary key value in the related table (or be null if allowed).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Prevents orphan records, e.g. an Order for customer C999 who does not exist.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Cascade update: changing a primary key value updates all matching foreign keys automatically.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Cascade delete: deleting a parent record deletes its related child records.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Restrict: the DBMS refuses to delete a parent that still has children.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and verification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25600"/>
                <a:gridCol w="3048000"/>
                <a:gridCol w="355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Presence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Field is not empty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Surname required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Value within limits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Qty BETWEEN 1 AND 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Correct 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Price is numeric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Format / pattern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Matches a pattern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Postcode like BT74 6AA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Lookup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Value in a list or table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Size IN ('S','M','L')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Verification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Checks data matches the source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Double entry of email; visual 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0" grpId="0">
        <p:bldAsOne/>
      </p:bldGraphic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Indexing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index is a separate sorted structure (often a B-tree) holding key values and pointers to the records.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DBMS can find matching rows without scanning the whole table, so searches and joins are faster.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Primary keys are indexed automatically; secondary indexes are added on fields often searched, e.g. Surname.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Trade-off: each index uses extra storage and slows INSERT, UPDATE and DELETE because it must be updated.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Index fields used often in WHERE and JOIN; avoid indexing small tables or rarely queried fields.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Putting it together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Validation stops wrong values getting in; it cannot guarantee they are correct (a valid but wrong date).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Entity integrity makes every record identifiable.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Referential integrity keeps links between tables meaningful.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data dictionary records all of these rules centrally so every application obeys them.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rule stops two customers having the same CustID?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Referential integrity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Entity integrity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Cascade update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format check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Entity integrity  –  Primary keys must be unique and not null.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An Order with CustID C999 exists but there is no customer C999. This breaks…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entity integrity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range check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referential integrity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normalisation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referential integrity  –  The foreign key has no matching primary key.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NOT normally stored in a data dictionary?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Field data types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Validation rules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customers' addresses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Relationships between tables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The customers' addresses  –  That is data, not metadata.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The main cost of adding many indexes is…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slower searches</a:t>
            </a:r>
            <a:endParaRPr lang="en-US" sz="14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slower inserts and updates and more storage</a:t>
            </a:r>
            <a:endParaRPr lang="en-US" sz="14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loss of referential integrity</a:t>
            </a:r>
            <a:endParaRPr lang="en-US" sz="14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more redundancy in tables</a:t>
            </a:r>
            <a:endParaRPr lang="en-US" sz="14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slower inserts and updates and more storage  –  Each index must be maintained.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'Qty must be between 1 and 50' is a…</a:t>
            </a:r>
            <a:endParaRPr lang="en-US" sz="1700" dirty="0"/>
          </a:p>
        </p:txBody>
      </p:sp>
      <p:sp>
        <p:nvSpPr>
          <p:cNvPr id="7" name="trig:k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lookup check</a:t>
            </a:r>
            <a:endParaRPr lang="en-US" sz="1600" dirty="0"/>
          </a:p>
        </p:txBody>
      </p:sp>
      <p:sp>
        <p:nvSpPr>
          <p:cNvPr id="8" name="on:k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presence check</a:t>
            </a:r>
            <a:endParaRPr lang="en-US" sz="1600" dirty="0"/>
          </a:p>
        </p:txBody>
      </p:sp>
      <p:sp>
        <p:nvSpPr>
          <p:cNvPr id="10" name="on:k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format check</a:t>
            </a:r>
            <a:endParaRPr lang="en-US" sz="1600" dirty="0"/>
          </a:p>
        </p:txBody>
      </p:sp>
      <p:sp>
        <p:nvSpPr>
          <p:cNvPr id="12" name="on:k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range check</a:t>
            </a:r>
            <a:endParaRPr lang="en-US" sz="1600" dirty="0"/>
          </a:p>
        </p:txBody>
      </p:sp>
      <p:sp>
        <p:nvSpPr>
          <p:cNvPr id="14" name="on:k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8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range check  –  Value within limits.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Entity integrity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Primary keys must be unique and not null.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referential integrity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foreign key has no matching primary key.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customers' addresses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That is data, not metadata.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slower inserts and updates and more storage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Each index must be maintained.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range check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Value within limits.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8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database design</dc:title>
  <dc:subject>A2 1: Information Systems – Relational database design</dc:subject>
  <dc:creator>Digital Technology Hub</dc:creator>
  <cp:lastModifiedBy>Digital Technology Hub</cp:lastModifiedBy>
  <cp:revision>1</cp:revision>
  <dcterms:created xsi:type="dcterms:W3CDTF">2026-10-30T13:16:11Z</dcterms:created>
  <dcterms:modified xsi:type="dcterms:W3CDTF">2026-10-30T13:16:11Z</dcterms:modified>
</cp:coreProperties>
</file>