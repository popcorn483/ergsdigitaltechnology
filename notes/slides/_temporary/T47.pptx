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1b14cb55-dd72-231a-23ec-9accffe9145f}">
          <p14:sldIdLst>
            <p14:sldId id="256"/>
            <p14:sldId id="257"/>
            <p14:sldId id="258"/>
          </p14:sldIdLst>
        </p14:section>
        <p14:section name="D23 · Evaluating a solution" id="{b5e95be2-75be-7869-d911-753ca82e6bb8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Explain how evaluation is used to ensure that a solution: meets the original design criteria; is a full and complete solution; is an efficient solution; and is a robust solution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GCSE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1" Type="http://schemas.openxmlformats.org/officeDocument/2006/relationships/image" Target="../media/image-2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2.xml"/><Relationship Id="rId1" Type="http://schemas.openxmlformats.org/officeDocument/2006/relationships/image" Target="../media/image-5-1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4: DIGITAL DEVELOPMENT CONCEPTS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Evaluation of digitally authored systems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D23  Evaluating a solution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3" action="ppaction://hlinksldjump" tooltip="D23  Evaluating a solu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D23  Evaluating a solution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Explain how evaluation is used to ensure that a solution: meets the original design criteria; is a full and complete solution; is an efficient solution; and is a robust solution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4: DIGITAL DEVELOPMENT CONCEPTS  ·  D23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Evaluating a solution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the purpose of evaluation during and after development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Evaluate a solution against design criteria, completeness, efficiency and robustness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Use user requirements and test evidence in an evaluation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What is evaluation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evaluation?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Four ques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Four questions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Using user requirem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Using user requirements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Robustnes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Robustness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Writing an evaluation (Unit 5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Writing an evaluation (Unit 5)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8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9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Evaluating a solution against the user requirements: meets design criteria, complete, efficient, robu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Evaluating a solution against the user requirements: meets design criteria, complete, efficient, robust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is evaluation?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Judging how well a solution solves the original problem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Carried out during development (to refine) and at the end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Uses evidence: test results, user feedback, the original user requirements and design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Stakeholders: client, end users, developers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Four questions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998969"/>
                <a:gridCol w="3805595"/>
                <a:gridCol w="34250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Criterion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Evidence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Meets design criteria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Does it do what the user requirements and design said?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Each requirement checked: fully met / partially met / not met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Full and complete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Are all required features present and working?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Test plan results for every function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Efficient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Does it work quickly without wasting resources or user effort?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Response times, few steps for the user, sensible code (loops, functions)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Robust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Does it cope with invalid, unexpected and high volumes of data without crashing?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Invalid/extreme/null tests, error trapping, high-volume tests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9" grpId="0">
        <p:bldAsOne/>
      </p:bldGraphic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Using user requirements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user requirements are the agreed standard the solution is measured against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Work through them as a checklist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If a feature is missing, the requirements show what must be added before the solution is complete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2025 Q10(a): explain how the requirements help when features are missing – not just what they contain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Robustness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robust system handles errors and unexpected input gracefully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Test with valid, invalid, exceptional and null data – and in large volumes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Validation and error trapping improve robustness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2025 Q10(b): refer to at least two kinds of data for the mark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Writing an evaluation (Unit 5)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Be evaluative, not descriptive: say how well, with evidence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For each requirement: met/partly met/not met + evidence + improvement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Discuss performance and robustness seen in testing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Identify refinements made and further improvements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Moderators: descriptions of the solution earned few marks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Evaluation measures a solution against…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CPU speed</a:t>
            </a:r>
            <a:endParaRPr lang="en-US" sz="16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user requirements</a:t>
            </a:r>
            <a:endParaRPr lang="en-US" sz="16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number of lines of code</a:t>
            </a:r>
            <a:endParaRPr lang="en-US" sz="16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font used</a:t>
            </a:r>
            <a:endParaRPr lang="en-US" sz="16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the user requirements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solution that copes with invalid input without crashing is…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efficient</a:t>
            </a:r>
            <a:endParaRPr lang="en-US" sz="16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robust</a:t>
            </a:r>
            <a:endParaRPr lang="en-US" sz="16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complete</a:t>
            </a:r>
            <a:endParaRPr lang="en-US" sz="16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abstract</a:t>
            </a:r>
            <a:endParaRPr lang="en-US" sz="16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robust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Testing with very large amounts of data checks…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syntax</a:t>
            </a:r>
            <a:endParaRPr lang="en-US" sz="16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robustness</a:t>
            </a:r>
            <a:endParaRPr lang="en-US" sz="16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abstraction</a:t>
            </a:r>
            <a:endParaRPr lang="en-US" sz="16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compilation</a:t>
            </a:r>
            <a:endParaRPr lang="en-US" sz="16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robustness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complete solution…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has every required feature working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has no comments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uses only FOR loops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is written in Java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has every required feature working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an evaluative comment?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program has a menu.</a:t>
            </a:r>
            <a:endParaRPr lang="en-US" sz="125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Requirement 2 is fully met: all 10 test bookings were stored correctly.</a:t>
            </a:r>
            <a:endParaRPr lang="en-US" sz="125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 used C#.</a:t>
            </a:r>
            <a:endParaRPr lang="en-US" sz="125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program is in a file.</a:t>
            </a:r>
            <a:endParaRPr lang="en-US" sz="125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Requirement 2 is fully met: all 10 test bookings were stored correctly.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498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the user requirements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robust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robustness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has every required feature working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Requirement 2 is fully met: all 10 test bookings were stored correctly.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8" grpId="0">
        <p:bldAsOne/>
      </p:bldGraphic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Evaluation: purpose, stakeholders, requirements, original plan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Evaluation statements; complete, robust, efficient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Evaluation using requirements and design documents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Evaluation and robustness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User requirements; robustness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Graphic spid="19" grpId="0">
        <p:bldAsOne/>
      </p:bldGraphic>
      <p:bldP spid="2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 of digitally authored systems</dc:title>
  <dc:subject>Unit 4: Digital Development Concepts – Evaluation of digitally authored systems</dc:subject>
  <dc:creator>Digital Technology Hub</dc:creator>
  <cp:lastModifiedBy>Digital Technology Hub</cp:lastModifiedBy>
  <cp:revision>1</cp:revision>
  <dcterms:created xsi:type="dcterms:W3CDTF">2026-10-30T13:15:49Z</dcterms:created>
  <dcterms:modified xsi:type="dcterms:W3CDTF">2026-10-30T13:15:49Z</dcterms:modified>
</cp:coreProperties>
</file>