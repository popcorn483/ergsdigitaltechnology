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162021b4-215a-1270-2eab-39b141cd75af}">
          <p14:sldIdLst>
            <p14:sldId id="256"/>
            <p14:sldId id="257"/>
            <p14:sldId id="258"/>
          </p14:sldIdLst>
        </p14:section>
        <p14:section name="IS13 · Network security: threats, firewalls, encryption and authentication" id="{4dfe9a78-f258-d2c5-9b2e-a1523ae4de6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S14 · Cloud computing and virtualisation" id="{901f372c-70e6-34e3-337e-11b27ee73365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threats to networks and data | Explain the use of firewalls and proxy servers | Explain symmetric and asymmetric encryption, digital signatures and digital certificates | Describe authentication methods and the use of virtual private networks (VPNs)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cloud service models: infrastructure, platform and software as a service | Compare public, private and hybrid cloud deployment | Evaluate the use of cloud computing by organisations | Explain virtualisation and its benefits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2.xml"/><Relationship Id="rId1" Type="http://schemas.openxmlformats.org/officeDocument/2006/relationships/image" Target="../media/image-2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security and cloud computing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IS13  Network security: threats, firewalls, encryption and authentication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IS14  Cloud computing and virtualisation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IS13  Network security: threats, firewalls, encryption and authent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IS13  Network security: threats, firewalls, encryption and authentication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IS14  Cloud computing and virtualis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IS14  Cloud computing and virtualisation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threats to networks and data; Explain the use of firewalls and proxy servers; Explain symmetric and asymmetric encryption, digital signatures and digital certificates; Describe authentication methods and the use of virtual private networks (VPNs)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cloud service models: infrastructure, platform and software as a service; Compare public, private and hybrid cloud deployment; Evaluate the use of cloud computing by organisations; Explain virtualisation and its 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Network security: threats, firewalls, encryption and authentication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common network threats and match each to suitable countermeasures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symmetric and asymmetric encryption, digital signatures and certificates work together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firewalls, proxies, authentication methods and VPNs for an organisation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Threats to net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Threats to networks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irewalls and proxy serv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Firewalls and proxy servers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Symmetric vs asymmetric encryp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Symmetric vs asymmetric encryption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How public key encryption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public key encryption works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7" action="ppaction://hlinksldjump" tooltip="Digital signatures and certifica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signatures and certificates</a:t>
            </a:r>
            <a:endParaRPr lang="en-US" sz="13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Authent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Authentication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Virtual private networks (VPN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 private networks (VPNs)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Creating a digital signature by hashing a message and encrypting the hash with the sender's private key, and verifying it by decrypting with the sender's public key and comparing hash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Creating a digital signature by hashing a message and encrypting the hash with the sender's private key, and verifying it by decrypting with the sender's public key and comparing hashes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Threats to networks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Viruses, worms, trojans, ransomware and spyware that damage, encrypt or steal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Phishing and social engineering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Tricking users into revealing credentials or running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Hacking / unauthorised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Exploiting weak passwords or unpatched vulnerabilities to gain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Denial of service (DoS/DDoS)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Flooding a server with traffic, often from a botnet, so genuine users cannot get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Interception (man-in-the-middle)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Capturing or altering data in transit, e.g. on public Wi-Fi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Insider threats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Staff misusing access deliberately or by accident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8" grpId="0">
        <p:bldAsOne/>
      </p:bldGraphic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Firewalls and proxy servers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firewall monitors incoming and outgoing traffic and allows or blocks it according to rules (IP addresses, ports, protocols).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Packet-filtering firewalls check headers; stateful firewalls track connections; application firewalls inspect content.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proxy server sits between users and the internet, making requests on their behalf.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Proxy benefits: hides internal IP addresses, filters web content (e.g. C2k school filtering), caches popular pages to save bandwidth, logs activity.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Neither stops threats that arrive by permitted routes, e.g. a malicious attachment in allowed email.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Symmetric vs asymmetric encryption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90918"/>
                <a:gridCol w="3469341"/>
                <a:gridCol w="34693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Asymmetric (public key)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shared secret key encrypts and decrypts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key pair: public key and private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 – suitable for bulk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 – used for small amounts of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Key distribution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Problem: the key must be shared securely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Public key can be published openly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Encrypting files, disks and session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Exchanging session keys, digital signatures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public key encryption works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send Bob a confidential message, Alice encrypts it with Bob's public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Only Bob's private key can decrypt it, and he never shares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HTTPS (TLS) asymmetric encryption is used to agree a symmetric session key; the session data is then encrypted symmetrically for speed.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combines the security of key exchange with the speed of symmetric encryption.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Digital signatures and certificates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digital signature proves who sent a message and that it has not been altered.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Sender hashes the message and encrypts the hash with their private key; this is the signature.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Receiver decrypts the signature with the sender's public key and compares it with their own hash of the message – a match proves authenticity and integrity.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digital certificate, issued by a trusted certificate authority (CA), binds a public key to an identity (e.g. a bank's domain).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Browsers check the certificate before trusting a site's public key – preventing impostor sites.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Authentication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Authentication confirms a user's identity: something you know (password, PIN), have (phone, smart card, token) or are (fingerprint, face).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Multi-factor authentication (MFA) combines two or more categories, so a stolen password alone is not enough.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Strong password policies: length, no reuse, account lockout after failed attempts.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Authorisation is different: it decides what an authenticated user may access (access rights).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Virtual private networks (VPNs)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VPN creates an encrypted 'tunnel' across a public network such as the internet.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Remote staff connect to the organisation's network as if they were on site.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cannot be read if intercepted, e.g. on hotel or café Wi-Fi.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Drawbacks: adds latency, needs configuration and trust in the VPN provider; does not protect a compromised device.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Alice wants to send Bob a secret message. Which key does she encrypt it with?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Alice's private key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Bob's public key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Bob's private key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Alice's public key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Bob's public key  –  Only Bob's private key can then decrypt 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issues digital certificates?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Internet service providers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Web browsers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Certificate authorities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Firewalls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Certificate authorities  –  A trusted CA vouches for the key owner.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Flooding a server with traffic from a botnet is…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phishing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DDoS attack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man-in-the-middle attack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spyware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DDoS attack  –  Distributed denial of service.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fingerprint scan is authentication by…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something you know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something you have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something you are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something you share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something you are  –  Biometric factor.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normally a function of a proxy server?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Caching pages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Hiding internal IP addresses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Filtering content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Issuing digital certificates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Issuing digital certificates  –  CAs issue certificates.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Bob's public key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Bob's private key can then decrypt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Certificate authorities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trusted CA vouches for the key owner.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DDoS attack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Distributed denial of service.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something you are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Biometric factor.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Issuing digital certificates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CAs issue certificates.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Cloud computing and virtualisation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IaaS, PaaS and SaaS by what the provider and customer each manage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Recommend a public, private or hybrid cloud for a scenario with justification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server virtualisation and evaluate its benefits and drawbacks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cloud computing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cloud computing?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Service mode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 models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Deployment mode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Deployment models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Benefits of cloud compu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Benefits of cloud computing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rawbacks and ris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Drawbacks and risks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Virtualis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Virtualisation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Evaluating virtualis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virtualisation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Who manages each layer of the computing stack in on-premises, IaaS, PaaS and SaaS models: the customer or the cloud provi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Who manages each layer of the computing stack in on-premises, IaaS, PaaS and SaaS models: the customer or the cloud provider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cloud computing?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Delivery of computing resources – servers, storage, databases, software – over the internet, on demand.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Resources are held in the provider's data centres and shared between many customers.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Pay-as-you-go or subscription instead of buying hardware (operating expenditure rather than capital expenditure).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characteristics: on-demand self-service, broad network access, resource pooling, rapid elasticity, measured service.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Service models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12467"/>
                <a:gridCol w="2357669"/>
                <a:gridCol w="2001795"/>
                <a:gridCol w="23576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Provider manages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Customer manages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IaaS – infrastructure as a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Physical servers, storage, networking, virtualisation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Operating system, runtime, applications,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Renting virtual machines (e.g. Amazon EC2, Azure VMs)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PaaS – platform as a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Everything up to the OS and runtime/database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Applications and data they develop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Developers deploying a web app to Azure App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SaaS – software as a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entire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their data and settings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Microsoft 365, Gmail, Google Classroom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Deployment models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25642"/>
                <a:gridCol w="4090737"/>
                <a:gridCol w="35132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Public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Infrastructure owned by a provider and shared by many organisations over the 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Start-ups and variable demand; lowest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Private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Cloud infrastructure used by one organisation only, on-site or hosted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Banks, healthcare – strict security or regulatory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Hybrid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Combination of private and public, with data and apps moving between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Sensitive data kept private, public used for peak demand (cloud bursting)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Benefits of cloud computing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Scalability and elasticity: add or remove capacity quickly, e.g. extra servers for exam results day.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Lower upfront cost; no need to buy, house or power servers.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Access from anywhere on any device; supports remote working and collaboration.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Provider handles maintenance, updates, backups and physical security; disaster recovery across data centres.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Access to advanced services such as AI and big-data analytics without in-house hardware.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Drawbacks and risks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Depends on a reliable, fast internet connection – a problem in some rural areas.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Security and privacy: data held by a third party; organisations remain responsible under UK GDPR.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sovereignty: data may be stored in other countries with different laws.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Less control over downtime, upgrades and changes to service; vendor lock-in makes it hard to switch.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Ongoing subscription costs can exceed the cost of owning hardware over many years.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Virtualisation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Virtualisation uses software to create virtual versions of hardware: servers, storage, networks or desktops.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hypervisor allows several virtual machines (VMs), each with its own operating system, to run on one physical server.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Type 1 hypervisors run directly on hardware (data centres); type 2 run on a host operating system (testing on a laptop).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Virtualisation is the technology that makes cloud computing possible: providers pool physical servers and allocate VMs to customers.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virtualisation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44196"/>
                <a:gridCol w="39854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Drawbacks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Server consolidation: fewer physical servers, lower power, cooling and space costs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Physical server is a single point of failure for all its VMs unless clustered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Fast provisioning: a new VM in minutes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Performance overhead compared with dedicated hardware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Isolation: a crash in one VM does not affect others; safe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Licensing and management complexity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Snapshots and migration aid backup and disaster recovery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Specialist skills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developer deploys web app code without managing any servers or operating systems. This is…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IaaS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PaaS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SaaS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on-premises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PaaS  –  Platform as a service.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deployment model is shared by many organisations?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Public cloud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Private cloud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Hybrid cloud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Intranet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Public cloud  –  Public cloud resources are pooled.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drawback of cloud computing?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Access from anywhere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Dependence on internet connectivity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upfront hardware cost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Dependence on internet connectivity  –  No connection means no access.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hypervisor do?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Encrypts cloud data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Creates and runs virtual machines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Assigns IP addresses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Filters web traffic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Creates and runs virtual machines  –  It manages VMs on a host.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Data stored in another country being subject to that country's laws is an issue of…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elasticity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virtualisation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redundancy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sovereignty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data sovereignty  –  Where data physically lives matters legally.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Platform as a service.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Public cloud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Public cloud resources are pooled.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Dependence on internet connectivity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No connection means no access.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Creates and runs virtual machines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manages VMs on a host.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data sovereignty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Where data physically lives matters legally.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and cloud computing</dc:title>
  <dc:subject>A2 1: Information Systems – Network security and cloud computing</dc:subject>
  <dc:creator>Digital Technology Hub</dc:creator>
  <cp:lastModifiedBy>Digital Technology Hub</cp:lastModifiedBy>
  <cp:revision>1</cp:revision>
  <dcterms:created xsi:type="dcterms:W3CDTF">2026-10-30T13:16:15Z</dcterms:created>
  <dcterms:modified xsi:type="dcterms:W3CDTF">2026-10-30T13:16:15Z</dcterms:modified>
</cp:coreProperties>
</file>