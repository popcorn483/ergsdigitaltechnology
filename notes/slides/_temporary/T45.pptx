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12877a27-965b-17f4-88e9-f6a321cd12fa}">
          <p14:sldIdLst>
            <p14:sldId id="256"/>
            <p14:sldId id="257"/>
            <p14:sldId id="258"/>
          </p14:sldIdLst>
        </p14:section>
        <p14:section name="D21 · Validation, error types and error trapping" id="{3f67b312-d1de-a874-7c8c-918fc6ca497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Data validation, including presence, length, type and format checks | Detection and correction techniques for syntax, execution and logic errors | Simple error trapping techniques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6.xml"/><Relationship Id="rId10" Type="http://schemas.openxmlformats.org/officeDocument/2006/relationships/slide" Target="slide2.xml"/><Relationship Id="rId1" Type="http://schemas.openxmlformats.org/officeDocument/2006/relationships/image" Target="../media/image-5-1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Simple error handling techniques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D21  Validation, error types and error trapping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D21  Validation, error types and error trapp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D21  Validation, error types and error trapping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validation, including presence, length, type and format checks; Detection and correction techniques for syntax, execution and logic errors; Simple error trapping techniques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D21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Validation, error types and error trapping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presence, length, type, format and range checks and write validation loops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Distinguish syntax, execution (run-time) and logic errors and how each is found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try … catch to trap errors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Valid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Validation loo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loops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Three types of err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 types of error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Detecting and correcting err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Detecting and correcting errors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Error trapp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 trapping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8" action="ppaction://hlinksldjump" tooltip="How error trapping improves a progr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error trapping improves a program</a:t>
            </a:r>
            <a:endParaRPr lang="en-US" sz="13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9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When syntax, run-time and logic errors appear during develop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When syntax, run-time and logic errors appear during development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8229600" cy="1426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Validation is an automatic check that input data is sensible and follows set rules before it is used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Garbage in, garbage out: wrong input gives wrong output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Validation CANNOT tell whether data is correct – 21 instead of 22 for an age passes (2025 Q6(d)(i) common error)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25293"/>
          <a:ext cx="8229600" cy="914400"/>
        </p:xfrm>
        <a:graphic>
          <a:graphicData uri="http://schemas.openxmlformats.org/drawingml/2006/table">
            <a:tbl>
              <a:tblPr/>
              <a:tblGrid>
                <a:gridCol w="940526"/>
                <a:gridCol w="3997234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(C#)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Field is not left empty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name != ""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of characters is acceptable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password.Length &gt;=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is the right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int.TryParse(input, out age)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Matches a pattern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password ends with a symbol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7" grpId="0" animBg="1"/>
      <p:bldGraphic spid="8" grpId="0">
        <p:bldAsOne/>
      </p:bldGraphic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40526"/>
                <a:gridCol w="3997234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(C#)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is within limits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frames &gt;= 10 &amp;&amp; frames &lt;= 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loops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Keep asking until valid data is entered – use a WHILE (not a FOR)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Give an error message inside the loop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the variable names in the question; check AND vs OR carefully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loops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Console.Write("Frames (10-40):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frames = Convert.ToInt32(Console.ReadLine());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(frames &lt; 10 || frames &gt; 40)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Console.WriteLine("Error: enter a number from 10 to 40");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Console.Write("Frames (10-40):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frames = Convert.ToInt32(Console.ReadLine());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Console.WriteLine("Accepted");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Three types of error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66364"/>
                <a:gridCol w="2398912"/>
                <a:gridCol w="2965321"/>
                <a:gridCol w="219900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is found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Breaks the rules (grammar) of the language; the program will not compile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Missing semicolon ;, misspelt keyword (Consle), missing } or ), = instead of ==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Compiler error list, IDE red underlining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Execution (run-time)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 crashes while running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Divide by zero, missing file, index out of range, letters typed into Convert.ToInt32()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Crashes with an exception message; error trapping prevents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Logic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 runs but gives wrong 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Wrong formula, &gt; instead of &gt;=, int / int giving a whole number when a decimal was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Testing with expected results, dry runs, trace tables, breakpoints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Detecting and correcting errors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Read the error message: type of error and line number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 tools: error highlighting, breakpoints, stepping, watching variables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Dry runs and trace tables for logic errors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with valid, invalid and extreme data so every path runs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Fix one error at a time and retest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 trapping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exception is thrown when a run-time error happens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try … catch catches the exception and handles it instead of crashing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Lets the program show a helpful message and continue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Error trapping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Console.Write("First number: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Convert.ToInt32(Console.ReadLine());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Console.Write("Second number: 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Convert.ToInt32(Console.ReadLine());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Console.WriteLine(a / b);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(FormatException)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Console.WriteLine("Please type whole numbers only");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(DivideByZeroException)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Console.WriteLine("You cannot divide by zero");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error trapping improves a program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program does not crash – more robust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user gets a clear message telling them how to fix the input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and work in progress are not lost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2022 Q10(b): define error trapping and explain one way it improves a program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missing semicolon at the end of a C# statement is a…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logic error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 error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run-time error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overflow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syntax error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error is found by comparing output with expected results?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Logic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Compile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Logic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Checking that a password is at least 8 characters is a…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 check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length check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 check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 check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length check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C# construct traps run-time errors?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if/else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try/catch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foreach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static/return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try/catch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while (x &lt; 1 || x &gt; 10) is a validation loop for…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to 10 inclusive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below 1 only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over 10 only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exactly 10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1 to 10 inclusive  –  Repeats while out of range.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syntax error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Logic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length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try/catch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1 to 10 inclusive  – Repeats while out of range.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2" grpId="0">
        <p:bldAsOne/>
      </p:bldGraphic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Decomposition and abstraction; flowchart symbols; syntax/logic errors; functions; menu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Length, presence and format checks; string functions for a password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Travel insurance cost algorithm; validation; real data type; WHILE range-check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Execution and logic errors and handling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Musician hire algorithm; variables and data types; IDE aids; syntax vs logic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Tent hire algorithm; Boolean; constants; validation true/false; Y/N validation loop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6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23" grpId="0">
        <p:bldAsOne/>
      </p:bldGraphic>
      <p:bldP spid="2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error handling techniques</dc:title>
  <dc:subject>Unit 4: Digital Development Concepts – Simple error handling techniques</dc:subject>
  <dc:creator>Digital Technology Hub</dc:creator>
  <cp:lastModifiedBy>Digital Technology Hub</cp:lastModifiedBy>
  <cp:revision>1</cp:revision>
  <dcterms:created xsi:type="dcterms:W3CDTF">2026-10-30T13:15:48Z</dcterms:created>
  <dcterms:modified xsi:type="dcterms:W3CDTF">2026-10-30T13:15:48Z</dcterms:modified>
</cp:coreProperties>
</file>