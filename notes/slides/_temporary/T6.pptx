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e852ccea-5509-699e-3cd7-40380c1b8cbe}">
          <p14:sldIdLst>
            <p14:sldId id="256"/>
            <p14:sldId id="257"/>
            <p14:sldId id="258"/>
          </p14:sldIdLst>
        </p14:section>
        <p14:section name="L16 · Networks: LAN, WAN, internet, hardware and topologies" id="{fd9824ab-fc1d-123c-c449-be84ec79c1c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L17 · Network communication technologies" id="{93ff1e6f-a70a-5551-90ef-67b52bfcfe08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main features of a local area network (LAN) and a wide area network (WAN) | Describe the advantages and disadvantages of using a network in an organisation | Describe the difference between the internet, the World Wide Web, an intranet and the Internet of Things | Describe the function of a network interface card, network cables, a switch and a router | Describe the bus, star and ring network topologies, including their advantages and disadvantages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Wi-Fi, Bluetooth, optical fibre and mobile communication technology (4G and 5G) | Evaluate the effectiveness of each communication technology in terms of speed, range, reliability, security and cost | Compare wireless communication with optical fibre communication | Select and justify a suitable communication technology for a given scenario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1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.xml"/><Relationship Id="rId1" Type="http://schemas.openxmlformats.org/officeDocument/2006/relationships/image" Target="../media/image-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3" Type="http://schemas.openxmlformats.org/officeDocument/2006/relationships/slide" Target="slide34.xml"/><Relationship Id="rId4" Type="http://schemas.openxmlformats.org/officeDocument/2006/relationships/slide" Target="slide35.xml"/><Relationship Id="rId5" Type="http://schemas.openxmlformats.org/officeDocument/2006/relationships/slide" Target="slide36.xml"/><Relationship Id="rId6" Type="http://schemas.openxmlformats.org/officeDocument/2006/relationships/slide" Target="slide37.xml"/><Relationship Id="rId7" Type="http://schemas.openxmlformats.org/officeDocument/2006/relationships/slide" Target="slide38.xml"/><Relationship Id="rId8" Type="http://schemas.openxmlformats.org/officeDocument/2006/relationships/slide" Target="slide39.xml"/><Relationship Id="rId9" Type="http://schemas.openxmlformats.org/officeDocument/2006/relationships/slide" Target="slide40.xml"/><Relationship Id="rId10" Type="http://schemas.openxmlformats.org/officeDocument/2006/relationships/slide" Target="slide41.xml"/><Relationship Id="rId11" Type="http://schemas.openxmlformats.org/officeDocument/2006/relationships/slide" Target="slide42.xml"/><Relationship Id="rId12" Type="http://schemas.openxmlformats.org/officeDocument/2006/relationships/slide" Target="slide43.xml"/><Relationship Id="rId13" Type="http://schemas.openxmlformats.org/officeDocument/2006/relationships/slide" Target="slide44.xml"/><Relationship Id="rId14" Type="http://schemas.openxmlformats.org/officeDocument/2006/relationships/slide" Target="slide2.xml"/><Relationship Id="rId1" Type="http://schemas.openxmlformats.org/officeDocument/2006/relationships/image" Target="../media/image-32-1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 technologies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L16  Networks: LAN, WAN, internet, hardware and topologies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L17  Network communication technologies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L16  Networks: LAN, WAN, internet, hardware and topolog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L16  Networks: LAN, WAN, internet, hardware and topologies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L17  Network communication technolog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L17  Network communication technologies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main features of a local area network (LAN) and a wide area network (WAN); Describe the advantages and disadvantages of using a network in an organisation; Describe the difference between the internet, the World Wide Web, an intranet and the Internet of Things; Describe the function of a network interface card, network cables, a switch and a router; Describe the bus, star and ring network topologies, including their advantages and 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Wi-Fi, Bluetooth, optical fibre and mobile communication technology (4G and 5G); Evaluate the effectiveness of each communication technology in terms of speed, range, reliability, security and cost; Compare wireless communication with optical fibre communication; Select and justify a suitable communication technology for a given scenario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Networks: LAN, WAN, internet, hardware and topologies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a LAN and a WAN and give examples of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Weigh up the advantages and disadvantages of a network for an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the internet, the World Wide Web, an intranet and the Internet of Things differ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NIC, network cables, a switch and a router do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and compare the bus, star and ring topologies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network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network?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LAN and W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 and WAN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Advantages and disadvantages of a net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Advantages and disadvantages of a network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The internet and the World Wide Web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internet and the World Wide Web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Intrane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Intranets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The Internet of Things (IoT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Internet of Things (IoT)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Network hardwa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 hardware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Switch or router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Switch or router?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Bus topolo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Bus topology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Star topolo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 topology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Ring topolo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Ring topology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Worked example: a sports club in Omag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sports club in Omagh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us, star and ring network topolog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Bus, star and ring network topologies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network?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network is two or more computers or devices linked together by cables or wirelessly so they can share resources and communicate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standalone computer is not connected to any network – its files, printer and software can only be used on that machine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Networks let users share hardware (printers), software, files and an internet connection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Many networks have a file server: a powerful computer that stores users' files and controls access to them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Users usually log on with a username and password, so the network knows who they are and what they may access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LAN and WAN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76377"/>
                <a:gridCol w="2794958"/>
                <a:gridCol w="4658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Local area network (LAN)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Wide area network (WAN)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Area covered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 geographical area – one building or site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 geographical area – across towns, countries or the world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Ownership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Hardware usually owned and managed by the organisation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Uses links rented from telecommunications companies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it connects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Network cables and Wi-Fi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Telecommunications links: fibre optic cables, telephone lines, satellites, mobile networks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computers in one school or one shop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internet; a bank linking all its NI branches to head office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Advantages and disadvantages of a network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42611"/>
                <a:gridCol w="41869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save work on the file server and can open it from any computer on the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Set-up is expensive: servers, NICs, switches, routers and cabling must be bought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Expensive hardware such as a laser printer can be shared by everyone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network manager or technician is needed, which adds staff costs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and files can be shared across the whole organisation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virus can spread quickly to every computer on the network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Backups are made centrally on the server – quicker than backing up each PC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network can slow down when many users transfer large files and bandwidth is limited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Security is managed centrally: user accounts and access rights control who sees what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If the file server fails, users may be unable to reach their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Advantages and disadvantages of a network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042611"/>
                <a:gridCol w="41869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Software and updates are installed once and made available to all computers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Hackers may target the network to steal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1" grpId="0">
        <p:bldAsOne/>
      </p:bldGraphic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internet and the World Wide Web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internet is a worldwide network of networks – a WAN. It is the hardware and connections that carry data around the world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World Wide Web (WWW) is a service that uses the internet: billions of web pages stored on web servers and viewed in a browser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Each website has a unique address called a URL (uniform resource locator), e.g. https://www.nidirect.gov.uk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Web pages are written in HTML (hypertext markup language) and are joined together by hyperlinks; the first page of a site is the home page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Web pages are requested and sent using HTTP or its secure version HTTPS (hypertext transfer protocol)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Other services also use the internet without the WWW, e.g. email, online gaming and video calls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Intranets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An intranet is a private network owned and managed by an organisation; it uses the same technology and protocols as the internet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Only authorised users can get in – they must log on with a username and password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Used to share documents, notices, forms, staff news, bulletin boards and messages inside the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Staff can work remotely and still reach their documents securely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Schools in NI use C2k services so pupils and staff can reach learning resources and class material at any time, 24/7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internet is open to anyone with a connection; an intranet is closed to the public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Internet of Things (IoT)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IoT stands for Internet of Things: everyday physical objects with built-in sensors and connectivity that send and receive data over the internet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fitness watch records heart rate, steps and sleep and sends the data to an app on a phone for analysis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smart thermostat lets a family turn their heating on from their phone on the way home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Other examples: video doorbells, smart speakers, smart plugs and lights, smart fridges, connected cars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IoT is growing because sensors are cheaper, more devices have Wi-Fi built in and fast broadband is more widely available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Concerns: privacy of the data collected, devices with weak passwords being hacked, needing an internet connection to work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Network hardware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38865"/>
                <a:gridCol w="69907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Network interface card (NIC)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circuit board fitted in a computer so it can connect to a network; provides a port (e.g. Ethernet) for the cable. Laptops have a wireless NIC (WNIC)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Network cables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Physically connect a computer's NIC to a device such as a switch. Usually copper (CAT5e, CAT6 – CAT6 is faster); fibre optic for long or very fast links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Switch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single central connection point for many computers on a LAN. It checks the destination of the data it receives and forwards it only to the intended computer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Router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Connects two or more networks, e.g. a LAN to the internet. It reads the IP address of the data and forwards it along the best route to its destination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Switch or router?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switch works inside one network (a LAN); a router joins different networks together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switch sends data to the right computer on the LAN using each device's MAC address (a unique number built into every NIC)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router decides which route data should take across networks using IP addresses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Routers sit at a gateway – the point where two networks meet, e.g. where a school LAN meets the internet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home 'router' box usually combines a router, a small switch, a wireless access point and a firewall that filters incoming and outgoing data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Bus topology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topology is the way the devices in a LAN are arranged and connected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Bus: every computer is attached to a single shared cable, the backbone, and signals can move either way along it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 terminator at each end of the backbone absorbs the signal so it does not bounce back and cause errors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Advantages: cheap and easy to set up because little cable is needed; a new computer is simply attached to the backbone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Disadvantages: if the backbone fails, the whole network stops; data collisions slow it down when traffic is heavy; all computers can see the data, so it is less secure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If only the cable from one computer to the backbone fails, just that computer is affected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Star topology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Every computer has its own cable to a central device – today usually a switch (some textbooks show a central file server)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All data passes through the central device, which sends it on to the correct computer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Advantages: if one cable fails only that computer is affected; easy to add a computer with a new cable; fast and reliable because data goes only where it is needed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Disadvantages: if the central switch or server fails, the whole network stops; more cable is needed, so it costs more to install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Star is the most common layout in schools and offices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Ring topology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Each computer is connected to the two computers next to it, forming a closed loop; there is no central computer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moves round the loop one way only, handed on from computer to computer until it arrives where it is going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Advantages: no data collisions because data flows one way; performs steadily even when many computers send data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Disadvantages: if one cable or computer fails, the whole ring is broken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Adding a computer is hard: the cable between two computers must be broken and both ends attached to the new one, which disrupts the network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sports club in Omagh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club has 5 standalone PCs and one printer in the office; the coaches want shared membership files and internet access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Step 1 – Network type: everything is in one building, so it needs a LAN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Step 2 – Hardware: a NIC in each PC, CAT6 cables to a switch, and a router to connect the LAN to the internet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Step 3 – Topology: star, so a broken cable only stops one PC and new PCs are easy to add later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Step 4 – Benefits: one shared printer, files stored and backed up centrally on a server, logins control who sees members' data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Step 5 – Drawbacks to plan for: cost of hardware, someone to maintain it, antivirus so malware cannot spread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connects a school's LAN to the internet and uses IP addresses to send data along the best route?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Switch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Router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Network interface card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Terminator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Router  –  A router connects different networks and routes data using IP addresses. A switch only works within one LAN.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which topology is every computer connected by its own cable to a central switch?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Bus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Ring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Star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Backbone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Star  –  In a star topology each device has its own link to the central device, so one broken cable only affects one computer.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job of a terminator in a bus network?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connect the bus to the internet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stop signals bouncing back along the backbone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speed up the backbone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give each computer an IP address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To stop signals bouncing back along the backbone  –  Terminators absorb the signal at each end of the backbone so it does not reflect back and cause errors.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IoT stand for?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Internet of Technology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Intranet of Things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Internet of Things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Input of Things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Internet of Things  –  The Internet of Things: everyday objects with sensors that connect to the internet to share data.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best describes the World Wide Web?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cables and routers linking computers worldwide</a:t>
            </a:r>
            <a:endParaRPr lang="en-US" sz="14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collection of linked web pages accessed over the internet</a:t>
            </a:r>
            <a:endParaRPr lang="en-US" sz="14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private network for one company</a:t>
            </a:r>
            <a:endParaRPr lang="en-US" sz="14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type of LAN</a:t>
            </a:r>
            <a:endParaRPr lang="en-US" sz="14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 collection of linked web pages accessed over the internet  –  The WWW is a service that runs on the internet; the internet is the network itself.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a network compared with standalone computers?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Files can be backed up centrally</a:t>
            </a:r>
            <a:endParaRPr lang="en-US" sz="14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Printers can be shared</a:t>
            </a:r>
            <a:endParaRPr lang="en-US" sz="14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virus can spread quickly to all computers</a:t>
            </a:r>
            <a:endParaRPr lang="en-US" sz="14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Software can be installed once for everyone</a:t>
            </a:r>
            <a:endParaRPr lang="en-US" sz="14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 virus can spread quickly to all computers  –  Because the computers are linked, malware can spread from one machine to the others.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a ring network is true?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travels in one direction around the loop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needs a terminator at each end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Each computer connects to a central switch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fault in one cable affects only one computer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Data travels in one direction around the loop  –  Data passes around the ring in one direction; a single break stops the whole ring.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WAN differs from a LAN because a WAN…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is always wireless</a:t>
            </a:r>
            <a:endParaRPr lang="en-US" sz="125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covers a large geographical area using telecommunications links</a:t>
            </a:r>
            <a:endParaRPr lang="en-US" sz="125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cannot connect to the internet</a:t>
            </a:r>
            <a:endParaRPr lang="en-US" sz="125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only links two computers</a:t>
            </a:r>
            <a:endParaRPr lang="en-US" sz="125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covers a large geographical area using telecommunications links  –  WANs span towns, countries or the world and rely on links such as fibre optic cables or satellites.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device inside a computer provides the port for a network cable?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Router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Switch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File server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Network interface card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Network interface card  –  The NIC is a circuit board fitted inside the computer; it provides the port (e.g. Ethernet) that the network cable plugs into.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Router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router connects different networks and routes data using IP addresses. A switch only works within one LAN.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Star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 a star topology each device has its own link to the central device, so one broken cable only affects one computer.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 stop signals bouncing back along the backbone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Terminators absorb the signal at each end of the backbone so it does not reflect back and cause errors.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Internet of Things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Internet of Things: everyday objects with sensors that connect to the internet to share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collection of linked web pages accessed over the internet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WWW is a service that runs on the internet; the internet is the network itself.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virus can spread quickly to all computers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Because the computers are linked, malware can spread from one machine to the others.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Data travels in one direction around the loop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passes around the ring in one direction; a single break stops the whole ring.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covers a large geographical area using telecommunications links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WANs span towns, countries or the world and rely on links such as fibre optic cables or satellites.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Network interface card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NIC is a circuit board fitted inside the computer; it provides the port (e.g. Ethernet) that the network cable plugs into.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0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WAN, encryption, firewall, processor performance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Communication technologies; IoT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LAN, router and switch, bus diagram, NIC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Network statements, bus disadvantages, LAN, encryption, HTTPS, RAM vs ROM, malware routes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IoT, Internet vs WWW, uses of networks, networking concepts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Term matching: hardware, memory, networking, malware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5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31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L17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Network communication technologies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Wi-Fi, Bluetooth, optical fibre, 4G and 5G transmit data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Give advantages, disadvantages and typical uses of each technology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wireless and optical fibre for cost, speed and reliability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and justify the best technology for a scenario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How networks communic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networks communicate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Wi-F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Wi-Fi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Wi-Fi: evalu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Wi-Fi: evaluation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Bluetoo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Bluetooth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Optical fib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Optical fibre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Mobile communication: 4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Mobile communication: 4G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Mobile communication: 5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Mobile communication: 5G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0" action="ppaction://hlinksldjump" tooltip="Comparing the technolog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the technologies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1" action="ppaction://hlinksldjump" tooltip="Worked example: choosing the right technolo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choosing the right technology</a:t>
            </a:r>
            <a:endParaRPr lang="en-US" sz="13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Wireless versus optical fib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Wireless versus optical fibre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3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ypical range of Bluetooth, Wi-Fi, 4G, 5G and optical fib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Typical range of Bluetooth, Wi-Fi, 4G, 5G and optical fibre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networks communicate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Data can be sent between devices by cable (copper or optical fibre) or wirelessly using radio waves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Bandwidth: the amount of data that can be sent in a given time, measured in bits per second (e.g. Mbps = megabits per second)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Range: how far apart the devices can be and still communicate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Latency: the delay between data being sent and arriving – important for gaming and video calls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Interference: other signals or obstacles that weaken or corrupt the data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Wireless and fibre technologies have made networks, including mobile phone networks, far more widely used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Wi-Fi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Wi-Fi (wireless fidelity) connects devices to a network using radio waves and a wireless router or access point – no network cables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Most laptops, phones, tablets and smart devices have a wireless adapter built in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Used in homes, schools, libraries, airports and cafés; typical indoor range is tens of metres, reduced by walls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Speed depends on the Wi-Fi standard: older standards reach about 54 Mbps, newer ones (Wi-Fi 5, 6) are far faster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Networks should be protected with a password and encryption (WPA2 or WPA3) so outsiders cannot join or read the data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Wi-Fi: evaluation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 cabling, so quick and cheap to set 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Signal strength drops the further you are from the router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Users can move around a building and stay connected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Walls, floors and other devices cause interference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Easy to add new devices, including visitors' phones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slower and less reliable than a cabled connection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Many devices can connect at the same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Speed falls when many users share the same access point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Ideal for laptops, tablets and IoT devices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Signals travel through the air, so an unsecured network can be joined or intercepted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Bluetooth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Short-range wireless technology using radio signals to connect two devices directly to each other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Devices must be close together – typically about 10 m – and must be paired (synchronised) before data can be sent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No router or third-party provider is needed, so it is cheap to use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Uses very little power, so it suits battery devices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Uses: wireless earbuds and headphones, hands-free calls in a car, wireless mouse or keyboard, smartwatch to phone, camera to printer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Drawbacks: very short range, slower than Wi-Fi, few devices at once, a device left 'discoverable' could be connected to by a stranger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Optical fibre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Optical fibre cables contain bundles of very thin glass strands; data is sent as pulses of light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Each strand carries its own signal, so many signals travel at once – very high bandwidth and very fast speeds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Light is not affected by electrical interference, and the fibre is very hard to tap into, so data is secure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Signals travel long distances with little loss; repeaters are only needed to boost the signal over very long distances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Drawbacks: very expensive to install (often roads must be dug up), fibres can break if bent sharply, specialist repair skills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Used for internet backbones, undersea cables, links between buildings and full-fibre broadband to homes (FTTP)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Mobile communication: 4G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Mobile networks send data by radio waves between a phone and nearby masts (cells), giving wireless internet almost anywhere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4G (fourth generation) gives high-speed data access – fast enough for HD video streaming, video calls and online games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made multimedia apps on phones common and lowered the cost of downloading each bit of data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Masts are expensive, so coverage is best where more people live; rural areas such as parts of Fermanagh and Tyrone can have weak signal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Using 4G data drains a phone's battery faster than Wi-Fi and uses up a data allowance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Mobile communication: 5G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5G (fifth generation) offers much higher speeds and much lower latency than 4G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It can handle far more connected devices in one area – useful at concerts, sports grounds and for IoT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It supports new uses: cloud gaming on phones, connected or self-driving cars, remote-controlled machinery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fastest 5G frequencies have a shorter range and are blocked more easily by buildings, so many more masts are needed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Coverage is still patchy outside towns, and users need a 5G-capable phone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Note: some older textbooks say 5G has a greater range than 4G – each high-speed 5G mast actually covers a smaller area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the technologies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94706"/>
                <a:gridCol w="1175657"/>
                <a:gridCol w="1603169"/>
                <a:gridCol w="1603169"/>
                <a:gridCol w="1603169"/>
                <a:gridCol w="15497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Reliability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Security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Wi-Fi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 to 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Tens of metres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Drops with distance and walls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Needs a password and WPA2/WPA3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Cheap – a router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Bluetooth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About 10 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Good at close range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Risk if left discoverable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cheap, no network needed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Optical fibre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Kilometres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reliable, no interference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hard to tap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Expensive to install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4G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Wide area via masts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Weak in some rural areas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Encrypted by the network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Monthly data plan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5G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Very high, low latency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Wide area but needs more masts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Patchy coverage so far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Encrypted by the network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Data plan + 5G phone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2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choosing the right technology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51200"/>
                <a:gridCol w="660400"/>
                <a:gridCol w="4318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choice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Justification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Linking two buildings of a Belfast hospital with huge scan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Optical fibre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high bandwidth, no interference from medical equipment, hard to tap patient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Pupils using tablets around a school in Newry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Wi-Fi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cables, pupils can move between rooms, many devices connect at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farmer in Fermanagh checking livestock sensors in a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4G/5G mobile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Works outdoors over a wide area where there is no Wi-Fi; check coverage first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Wireless earbuds and a phone on the bus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Bluetooth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Devices are close together, low power saves battery, no network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Live drone video at a GAA or Ulster Rugby match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High speed and low latency for live video; copes with many devices in a crowd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Wireless versus optical fibre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Cost: wireless is cheap to set up (no cables); fibre is expensive to install but lasts a long time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Speed: fibre is much faster with greater bandwidth; wireless speed falls with distance and number of users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Reliability: fibre is not affected by interference or weather; wireless signals are weakened by walls, distance and other devices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Security: fibre is very hard to intercept; wireless signals travel through the air and must be encrypted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Mobility: wireless lets users move around; fibre is fixed in place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Many networks combine both: fibre to the building, then Wi-Fi inside it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hospital needs a very fast link between two buildings that cannot be affected by electrical interference from medical equipment. Which technology is best?</a:t>
            </a:r>
            <a:endParaRPr lang="en-US" sz="15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Bluetooth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Optical fibre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Wi-Fi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4G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Optical fibre  –  Optical fibre carries light, so it is immune to electrical interference, and it has very high bandwidth.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pupil wants to connect wireless earbuds to their phone. Which technology will they use?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Bluetooth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Optical fibre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5G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network cable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Bluetooth  –  Bluetooth is designed for short-range, low-power links between two nearby devices.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key benefit of 5G compared with 4G?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Each mast covers a larger area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Much lower latency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 masts are needed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works without a SIM or network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Much lower latency  –  5G gives higher speeds and much lower delay, but needs more masts.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latency?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amount of data sent per second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range of a signal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delay before data arrives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number of users on a network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The delay before data arrives  –  Latency is delay; bandwidth is the amount of data per second.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disadvantage of Wi-Fi?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needs a cable to every device</a:t>
            </a:r>
            <a:endParaRPr lang="en-US" sz="14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cannot connect phones</a:t>
            </a:r>
            <a:endParaRPr lang="en-US" sz="14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only works for headphones</a:t>
            </a:r>
            <a:endParaRPr lang="en-US" sz="14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Signal is weakened by walls and distance</a:t>
            </a:r>
            <a:endParaRPr lang="en-US" sz="14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Signal is weakened by walls and distance  –  Wi-Fi signals get weaker with distance and are blocked by walls and floors.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optical fibre considered secure?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very hard to tap into the cable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password protected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only works over 10 metres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uses radio waves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It is very hard to tap into the cable  –  Signals stay as light inside the glass, so the cable is very hard to intercept without being detected.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Before two Bluetooth devices can share data they must be…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connected to a router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plugged into a switch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paired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given a URL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paired  –  Bluetooth devices are paired (synchronised) so they recognise each other.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unit is used to measure Wi-Fi speed?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Megabytes of storage (MB)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Gigahertz (GHz)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Pixels per inch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Megabits per second (Mbps)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Megabits per second (Mbps)  –  Network speed is measured in bits per second, such as Mbps.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farmer in a remote field with no Wi-Fi needs internet access for sensors. What is the most likely choice?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Bluetooth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Mobile data (4G/5G)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Optical fibre to each sensor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bus network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Mobile data (4G/5G)  –  Mobile networks cover wide outdoor areas, although rural coverage should be checked.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Optical fibre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Optical fibre carries light, so it is immune to electrical interference, and it has very high bandwidth.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Bluetooth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Bluetooth is designed for short-range, low-power links between two nearby devices.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Much lower latency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5G gives higher speeds and much lower delay, but needs more masts.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delay before data arrives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Latency is delay; bandwidth is the amount of data per second.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Signal is weakened by walls and distance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Wi-Fi signals get weaker with distance and are blocked by walls and floors.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 is very hard to tap into the cable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Signals stay as light inside the glass, so the cable is very hard to intercept without being detected.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paired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Bluetooth devices are paired (synchronised) so they recognise each other.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Megabits per second (Mbps)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Network speed is measured in bits per second, such as Mbps.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Mobile data (4G/5G)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Mobile networks cover wide outdoor areas, although rural coverage should be checked.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4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IoT, Wi-Fi and Bluetooth, Internet vs WWW, fibre optic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Communication technologies; IoT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5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technologies</dc:title>
  <dc:subject>Unit 1: Digital Technology – Network technologies</dc:subject>
  <dc:creator>Digital Technology Hub</dc:creator>
  <cp:lastModifiedBy>Digital Technology Hub</cp:lastModifiedBy>
  <cp:revision>1</cp:revision>
  <dcterms:created xsi:type="dcterms:W3CDTF">2026-10-30T13:15:38Z</dcterms:created>
  <dcterms:modified xsi:type="dcterms:W3CDTF">2026-10-30T13:15:38Z</dcterms:modified>
</cp:coreProperties>
</file>