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608b20ea-ad1b-1503-2d88-4795cb28ba51}">
          <p14:sldIdLst>
            <p14:sldId id="256"/>
            <p14:sldId id="257"/>
            <p14:sldId id="258"/>
          </p14:sldIdLst>
        </p14:section>
        <p14:section name="D22 · Testing approaches, test plans and test data" id="{2b352858-6aa9-edb9-78c9-a4938761e55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the following iterative approaches to testing: white box; black box; system, unit and integration testing | Create and use a test plan that identifies test procedures for use during and after development to check a system against success criteria | Devise and use the following types of test data: valid, invalid and extreme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2.xml"/><Relationship Id="rId1" Type="http://schemas.openxmlformats.org/officeDocument/2006/relationships/image" Target="../media/image-5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Developing test plans and testing a solution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D22  Testing approaches, test plans and test data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D22  Testing approaches, test plans and test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D22  Testing approaches, test plans and test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the following iterative approaches to testing: white box; black box; system, unit and integration testing; Create and use a test plan that identifies test procedures for use during and after development to check a system against success criteria; Devise and use the following types of test data: valid, invalid and extreme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D22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Testing approaches, test plans and test data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white box, black box, unit, integration and system testing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iterative testing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Create a test plan with valid, invalid, extreme and null test data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y test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test?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White box and black bo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White box and black box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5" action="ppaction://hlinksldjump" tooltip="Unit, integration and system tes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Unit, integration and system testing</a:t>
            </a:r>
            <a:endParaRPr lang="en-US" sz="13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Test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 data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Test pla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 plans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Exam t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 tips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Black box and white box testing, and test data on a number line for an 11 to 18 age ran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Black box and white box testing, and test data on a number line for an 11 to 18 age range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test?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 find and remove errors before users find them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 check the program meets its user requirements/success criteria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Iterative testing: test throughout development – code a part, test it, fix it, retest, then move 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Testing continues after development with the complete system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White box and black box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15736"/>
                <a:gridCol w="3273136"/>
                <a:gridCol w="37407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White box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Black box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Looks 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Internal code, logic and structure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Inputs and outputs only – code not seen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Usually the programmer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Independent testers/end users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Aim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 every path, condition and 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 functions meet the 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tools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Dry runs, trace tables, breakpoints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 plan of inputs and expected outputs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Unit, integration and system testing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Unit testing: testing one module/function on its own – done first, by the developer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Integration testing: testing that separately built units work correctly together (interfaces between them)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System testing: testing the complete system against its specification, using the test plan, including extreme and invalid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Usual order: unit → integration → system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Test 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30681"/>
                <a:gridCol w="4168239"/>
                <a:gridCol w="203068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(age 11–18)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Valid (normal)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Typical data that should be accepted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Extreme (boundary)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Values at the limits of the valid 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11, 18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Invalid (erroneous)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that should be rejected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25, -3, 'ten'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Invalid extreme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Just outside the limits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10, 19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Null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data entered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(blank)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Test plans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07923"/>
                <a:gridCol w="1592826"/>
                <a:gridCol w="796413"/>
                <a:gridCol w="619432"/>
                <a:gridCol w="1415845"/>
                <a:gridCol w="1327355"/>
                <a:gridCol w="176980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no.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data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Expected outcome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Actual outcome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Accept a valid 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Valid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Accepted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Accepted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Accept lower limit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Extreme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Accepted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Rejected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Changed &gt; to &gt;=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Reject too 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Invalid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Error message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Error message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Reject blank entry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(null)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Error message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Program crashed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Added presence check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2" grpId="0">
        <p:bldAsOne/>
      </p:bldGraphic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 tips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 plans appear every year: 2019 Q10, 2024 Q8(b)(ii) (8 marks), 2025 Q9(a)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Expected outcome must be specific: 'error message: age must be 11–18', not 'it works'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Robustness testing: high volumes of valid, invalid and exceptional data (2024 Q9(b), 2025 Q10(b))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Unit 5 moderators: extreme data and corrective action were often missing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Testing every path through the code is…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black box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white box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beta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alpha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white box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For an age range 11–18, 18 is…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valid normal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extreme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invalid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null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extreme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Testing modules work together is…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unit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integration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system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acceptance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integration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column records what actually happened?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Expected outcome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Actual outcome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Test data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Purpose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Actual outcome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Usual order of testing: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system → unit → integration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unit → integration → system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integration → system → unit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system only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unit → integration → system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white box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extreme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integration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Actual outcome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unit → integration → system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9" grpId="0">
        <p:bldAsOne/>
      </p:bldGraphic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Black and white box, test table with dry run, system vs integration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type for a race time; lowest of three algorithm; test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Matching five testing methods; error trapping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Testing types gap fill; invalid and extreme test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 and Boolean types; unit testing; test plan; black vs white box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 plan components; black vs white box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2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Graphic spid="20" grpId="0">
        <p:bldAsOne/>
      </p:bldGraphic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test plans and testing a solution</dc:title>
  <dc:subject>Unit 4: Digital Development Concepts – Developing test plans and testing a solution</dc:subject>
  <dc:creator>Digital Technology Hub</dc:creator>
  <cp:lastModifiedBy>Digital Technology Hub</cp:lastModifiedBy>
  <cp:revision>1</cp:revision>
  <dcterms:created xsi:type="dcterms:W3CDTF">2026-10-30T13:15:49Z</dcterms:created>
  <dcterms:modified xsi:type="dcterms:W3CDTF">2026-10-30T13:15:49Z</dcterms:modified>
</cp:coreProperties>
</file>