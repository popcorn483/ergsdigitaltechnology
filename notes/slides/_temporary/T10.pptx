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d1ce6640-46bc-ab70-a944-fa8acdd8a269}">
          <p14:sldIdLst>
            <p14:sldId id="256"/>
            <p14:sldId id="257"/>
            <p14:sldId id="258"/>
          </p14:sldIdLst>
        </p14:section>
        <p14:section name="L24 · Digital applications and extended-answer technique" id="{04c7a878-5d1f-e01b-c4af-0cc1d248494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main features of gaming applications, simulations and mobile phone applications | Describe how gaming applications, simulations and mobile phone applications can be used to support education and training, social interactions and work practices | Describe how virtual reality is used to create realistic simulations for training | Evaluate the impact of online banking on customers and on banks | Evaluate the impact of online training on employees and employers | Evaluate the impact of e-commerce on customers and on businesses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slide" Target="slide19.xml"/><Relationship Id="rId13" Type="http://schemas.openxmlformats.org/officeDocument/2006/relationships/slide" Target="slide21.xml"/><Relationship Id="rId14" Type="http://schemas.openxmlformats.org/officeDocument/2006/relationships/slide" Target="slide22.xml"/><Relationship Id="rId15" Type="http://schemas.openxmlformats.org/officeDocument/2006/relationships/slide" Target="slide23.xml"/><Relationship Id="rId16" Type="http://schemas.openxmlformats.org/officeDocument/2006/relationships/slide" Target="slide2.xml"/><Relationship Id="rId1" Type="http://schemas.openxmlformats.org/officeDocument/2006/relationships/image" Target="../media/image-5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Digital applications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L24  Digital applications and extended-answer technique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L24  Digital applications and extended-answer techniq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L24  Digital applications and extended-answer technique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main features of gaming applications, simulations and mobile phone applications; Describe how gaming applications, simulations and mobile phone applications can be used to support education and training, social interactions and work practices; Describe how virtual reality is used to create realistic simulations for training; Evaluate the impact of online banking on customers and on banks; Evaluate the impact of online training on employees and employers; Evaluate the impact of e-commerce on customers and on businesses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L24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Digital applications and extended-answer technique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features of gaming applications, simulations and mobile apps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these applications support education and training, social interaction and work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Weigh up the advantages and disadvantages of online banking, online training and e-commerce for both the user and the organisation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Plan and write a well-organised extended (QWC) answer that reaches a justified conclusion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Digital applications: 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 applications: the big picture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Gaming applications: key feat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Gaming applications: key features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How games support learning, social life and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games support learning, social life and work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Simulations and virtual rea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Simulations and virtual reality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Worked example: simulators for train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simulators for training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Mobile phone applica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Mobile phone applications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Online banking: what it i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banking: what it is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Evaluating online bank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online banking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Evaluating online train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online training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Evaluating e-commer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e-commerce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Writing an extended (QWC) answ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Writing an extended (QWC) answer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Worked example: planning a 6-mark answ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planning a 6-mark answer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How a simulation supports training: model, practise safely, get feedback, rep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How a simulation supports training: model, practise safely, get feedback, repeat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Digital applications: 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digital application is software that does a useful job for people: entertaining, teaching, connecting or trading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This lesson covers six: gaming, simulation and mobile apps, then online banking, online training and e-commerce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the first three you must describe features and how they support education/training, social interaction and work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the last three you must evaluate: weigh up positives and negatives for the user AND the organisation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These topics are usually tested by 6-mark extended (QWC) questions, so writing technique matters as much as facts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Gaming applications: key features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Played on consoles, PCs, tablets and phones; games have moved from discs played alone to downloads, cloud gaming and online multiplayer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Rules and levels: each level gets harder and you cannot move on until you complete the one before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Rewards: points, badges and leaderboards motivate players to improve their score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Immediate feedback: the player sees at once how well they did and decides what to try next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Rich multimedia (graphics, sound, video, animation) and avatars let players take on roles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Real-time communication: headsets with microphones, text chat and online groups or clans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How games support learning, social life and work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51338"/>
                <a:gridCol w="4635062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gaming helps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Education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Learners apply knowledge in a virtual world; leaderboards and instant feedback keep them motivated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Year 9 class competing in a Kahoot quiz on networks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Training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Levels give step-by-step challenges; role play lets trainees reflect on decisions safely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Shop staff playing a customer-service scenario game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Social interaction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Online multiplayer lets friends compete or co-operate worldwide and talk in real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squad from Omagh and Newry playing together after school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Work practices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Gamification of tasks (targets, badges, team leaderboards) can raise staff motivation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Call-centre staff earning badges for resolving queries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Risks to mention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Addiction and lost sleep, contact with strangers, in-game spending, cyberbullying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 privacy settings and spending limits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Simulations and virtual reality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simulation uses a computer model (data plus mathematical rules) to copy how a real object or system behaves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Users can change conditions, repeat scenarios and see the results without real-world risk or cost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Engineering: car makers crash-test virtual cars; architects test how a building copes with storms, floods or earthquakes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Virtual reality (VR) puts the user inside a 3D simulated world using a headset, and sometimes data gloves or motion controllers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VR feeds the senses (sight, sound, sometimes touch) so training feels like the real situation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simulators for training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12108"/>
                <a:gridCol w="3781168"/>
                <a:gridCol w="33363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Trainee pilot (flight simulator)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Trainee surgeon (virtual patient)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What is modelled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Aircraft controls, instruments, weather and flight physics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3D model of the patient built from body-scan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Situations practised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Turbulence, storms, engine failure, emergency landings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Planning and rehearsing a specific operation before doing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Safety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passengers or aircraft at risk if the pilot makes a mistake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real patient is harmed during practice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fuel used; no aircraft taken out of paid service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Fewer real training materials needed; mistakes are free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Feedback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action is recorded and replayed for the trainee and instructor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Steps can be repeated until the surgeon is confident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2" grpId="0">
        <p:bldAsOne/>
      </p:bldGraphic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simulators for training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12108"/>
                <a:gridCol w="3781168"/>
                <a:gridCol w="33363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Trainee pilot (flight simulator)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Trainee surgeon (virtual patient)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Limitation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Expensive to buy; cannot copy every real feeling or pressure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model may not match every detail of the real body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Mobile phone applications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Apps are downloaded from an app store; organisations now build apps first rather than only a mobile version of a website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Features: touch interface, notifications, GPS, camera, offline use with cloud sync, personalised settings and layout, quick search and filtering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Education: revision and language apps; teachers share video, audio and e-books; pupils use cloud storage to work at home and school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Social interaction: messaging, video calls, group chats and social media keep people in touch anywhere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Work practices: group messaging, announcements to staff, calendars, logging jobs on site; schools message parents about events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For apps to succeed: fast loading, secure personal data, and regular updates and support from the developer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Online banking: what it is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Customers use the bank's secure website or app to manage their account instead of visiting a branch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Register once, then log in with a username/password or PIN, often plus a code or fingerprint (two-factor authentication)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Tasks: view balance, transactions and statements; pay bills; transfer money; set up standing orders and direct debits; search past payments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Faster Payments moves money between UK accounts almost instantly, usually within seconds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Security: encrypted connection (HTTPS), automatic log-out, alerts for unusual spending, and the bank will never ask for your full password by text or email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online banking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68775"/>
                <a:gridCol w="3333509"/>
                <a:gridCol w="44273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Positive impacts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Negative impacts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Available 24/7 from home or abroad; no travel or queues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a device, internet access and digital skills, so some older people are excluded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Instant transfers and spending alerts help budgeting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Risk of phishing and fraud: money or personal details stolen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Easy to search transactions and download statements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face-to-face help; some people do not trust a system with no person involved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Bank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Fewer branches and staff, so lower wage and building costs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Must build and maintain complex security for large amounts of personal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Bank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E-statements save paper and postage; customers can live anywhere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Must employ specialist technical staff and keep updating security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6" grpId="0">
        <p:bldAsOne/>
      </p:bldGraphic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online banking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68775"/>
                <a:gridCol w="3333509"/>
                <a:gridCol w="44273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Positive impacts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Negative impacts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Community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Saves travel time and fuel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Branch closures in towns and villages; loss of local jobs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7" grpId="0">
        <p:bldAsOne/>
      </p:bldGraphic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online training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356811"/>
                <a:gridCol w="487278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Learn at a convenient time and at your own 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Help is often limited to FAQs or email, so learners can feel isolated and wait for replies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No travel to a venue, saving staff time and money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self-motivation; easy to put off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Staff in different branches can train at the same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Does not suit every learning style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Automatic tracking records modules completed and test scores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Hard to set deadlines when everyone works at a different 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Multimedia (video, animation, sound) makes content engaging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Depends on technology: a poor connection or out-of-date browser stops learning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online training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356811"/>
                <a:gridCol w="487278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Works on mobile phones; VR simulations give realistic practice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Practical skills are hard to learn fully online; employer may feel less in control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9" grpId="0">
        <p:bldAsOne/>
      </p:bldGraphic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e-commerce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99495"/>
                <a:gridCol w="4114800"/>
                <a:gridCol w="371530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Shop 24/7 from home: helps people with disabilities, parents of young children and rural customers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Cannot see or try goods; pictures or descriptions may mislead, so items are returned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Wider choice; reviews and price-comparison sites help decisions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Fake websites can steal card details; secure payment services such as PayPal reduce this risk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Pre-order popular items such as games before release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Wait for delivery; delivery charges add to the price; Christmas delays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Business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expensive high-street shop or checkout staff; savings passed on as lower prices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a secure website and payment system, plus warehousing and delivery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Business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Global customer base, so more potential sales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Strong competition; returns cost money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e-commerce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99495"/>
                <a:gridCol w="4114800"/>
                <a:gridCol w="371530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Legal note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Consumer Contracts Regulations 2013: online buyers can usually cancel within 14 days of receiving goods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customer may have to pay to post goods back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1" grpId="0">
        <p:bldAsOne/>
      </p:bldGraphic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Writing an extended (QWC) answer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Read the question twice: WHO is it about (customer, bank, employer?) and WHAT is the command word (describe, explain, evaluate, discuss)?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Only answer the side asked: a question on disadvantages to the customer earns nothing for advantages to the bank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Plan three or four points; develop each with 'because', 'which means' or 'for example'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Avoid vague words on their own ('faster', 'easier', 'cheaper'); say faster than what, and why it matters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Evaluate = both sides plus a justified conclusion; write in paragraphs with correct technical terms and spelling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Marked in levels: Level 3 (5-6 marks) is detailed, accurate, well organised and uses specialist terms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planning a 6-mark answer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Question: 'Discuss the disadvantages of online banking to the customer.' (6 marks, QWC)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Point 1: needs a device, internet and skills, so some older customers in rural Fermanagh may be unable to use it and are left out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Point 2: phishing emails or fake texts can trick users into giving login details, so money can be stolen from the account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Point 3: no face-to-face help; if a payment goes wrong the customer may wait on a helpline instead of speaking to staff in a branch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Point 4: a website outage or poor signal means they cannot reach their money when they need it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Finish with a short linking sentence: these risks can be reduced (e.g. two-factor authentication) but not removed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a flight simulator useful for training pilots?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is more dangerous than flying a real plane</a:t>
            </a:r>
            <a:endParaRPr lang="en-US" sz="125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Emergencies such as engine failure can be practised with no risk to life</a:t>
            </a:r>
            <a:endParaRPr lang="en-US" sz="125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needs a real aircraft to be taken out of service</a:t>
            </a:r>
            <a:endParaRPr lang="en-US" sz="125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removes the need for any instructors</a:t>
            </a:r>
            <a:endParaRPr lang="en-US" sz="125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Emergencies such as engine failure can be practised with no risk to life  –  A simulator lets pilots practise rare and dangerous situations safely and cheaply, with their actions recorded for feedback from an instructor.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name for buying and selling goods and services over the internet?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E-commerce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E-safety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Batch processing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Cloud gaming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E-commerce  –  E-commerce is short for electronic commerce: trading online.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a disadvantage of online banking to the customer?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24/7 access to the account</a:t>
            </a:r>
            <a:endParaRPr lang="en-US" sz="14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Instant transfers using Faster Payments</a:t>
            </a:r>
            <a:endParaRPr lang="en-US" sz="14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Risk of phishing attacks stealing login details</a:t>
            </a:r>
            <a:endParaRPr lang="en-US" sz="14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Spending alerts sent to their phone</a:t>
            </a:r>
            <a:endParaRPr lang="en-US" sz="14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Risk of phishing attacks stealing login details  –  The other three are advantages. Phishing can lead to money or personal details being stolen.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Points, badges and leaderboards added to a revision app are an example of…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simulation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encryption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streaming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gamification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gamification  –  Gamification uses game features in a non-game activity to increase motivation.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an 'evaluate' question require?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Only the advantages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list of key words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Both sides and a justified conclusion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labelled diagram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Both sides and a justified conclusion  –  Evaluate means weigh up positives and negatives and reach a judgement you can support.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benefit of online banking for the BANK rather than the customer?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Fewer branches and staff are needed, cutting costs</a:t>
            </a:r>
            <a:endParaRPr lang="en-US" sz="14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customer can bank while abroad</a:t>
            </a:r>
            <a:endParaRPr lang="en-US" sz="14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customer avoids queues</a:t>
            </a:r>
            <a:endParaRPr lang="en-US" sz="14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customer gets spending alerts</a:t>
            </a:r>
            <a:endParaRPr lang="en-US" sz="14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Fewer branches and staff are needed, cutting costs  –  Lower wage and building costs benefit the bank; the other options benefit the customer.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is a 3D virtual patient for surgical training usually created?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From photographs on social media</a:t>
            </a:r>
            <a:endParaRPr lang="en-US" sz="14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From data collected by body scanners</a:t>
            </a:r>
            <a:endParaRPr lang="en-US" sz="14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By drawing it by hand in a paint program</a:t>
            </a:r>
            <a:endParaRPr lang="en-US" sz="14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From the patient's GP letter</a:t>
            </a:r>
            <a:endParaRPr lang="en-US" sz="14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From data collected by body scanners  –  Scanners collect detailed data about the inside of the body, which a computer turns into a 3D model.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disadvantage of online training for employees?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can learn at their own pace</a:t>
            </a:r>
            <a:endParaRPr lang="en-US" sz="125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do not need to travel to a venue</a:t>
            </a:r>
            <a:endParaRPr lang="en-US" sz="125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Help may be limited to FAQs or email, so they feel unsupported</a:t>
            </a:r>
            <a:endParaRPr lang="en-US" sz="125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Multimedia makes the content more engaging</a:t>
            </a:r>
            <a:endParaRPr lang="en-US" sz="125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Help may be limited to FAQs or email, so they feel unsupported  –  Without face-to-face support, learners may wait for answers and feel isolated.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Under the Consumer Contracts Regulations 2013, online shoppers can usually cancel an order for goods within…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24 hours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 days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30 days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14 days of receiving the goods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14 days of receiving the goods  –  The regulations give a 14-day cancellation period for most goods bought online, starting when the goods are received.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Emergencies such as engine failure can be practised with no risk to life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simulator lets pilots practise rare and dangerous situations safely and cheaply, with their actions recorded for feedback from an instructor.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E-commerce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E-commerce is short for electronic commerce: trading online.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Risk of phishing attacks stealing login details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other three are advantages. Phishing can lead to money or personal details being stolen.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gamification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Gamification uses game features in a non-game activity to increase motivation.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Both sides and a justified conclusion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Evaluate means weigh up positives and negatives and reach a judgement you can support.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Fewer branches and staff are needed, cutting costs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Lower wage and building costs benefit the bank; the other options benefit the customer.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From data collected by body scanners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Scanners collect detailed data about the inside of the body, which a computer turns into a 3D model.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Help may be limited to FAQs or email, so they feel unsupported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Without face-to-face support, learners may wait for answers and feel isolated.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14 days of receiving the goods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regulations give a 14-day cancellation period for most goods bought online, starting when the goods are received.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3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Advantages of online training (QWC)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 term matching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Disadvantages of online shopping for customers (QWC)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Q11(b)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Drawbacks of online learning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Input devices, health risks, gaming and internet risks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Disadvantages of online banking to the customer (QWC)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34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applications</dc:title>
  <dc:subject>Unit 1: Digital Technology – Digital applications</dc:subject>
  <dc:creator>Digital Technology Hub</dc:creator>
  <cp:lastModifiedBy>Digital Technology Hub</cp:lastModifiedBy>
  <cp:revision>1</cp:revision>
  <dcterms:created xsi:type="dcterms:W3CDTF">2026-10-30T13:15:42Z</dcterms:created>
  <dcterms:modified xsi:type="dcterms:W3CDTF">2026-10-30T13:15:42Z</dcterms:modified>
</cp:coreProperties>
</file>