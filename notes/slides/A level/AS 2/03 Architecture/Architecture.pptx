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257" r:id="rId3"/>
    <p:sldId id="258" r:id="rId4"/>
    <p:sldId id="259" r:id="rId5"/>
    <p:sldId id="307"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309" r:id="rId25"/>
    <p:sldId id="278" r:id="rId26"/>
    <p:sldId id="279" r:id="rId27"/>
    <p:sldId id="280" r:id="rId28"/>
    <p:sldId id="281" r:id="rId29"/>
    <p:sldId id="282" r:id="rId30"/>
    <p:sldId id="283" r:id="rId31"/>
    <p:sldId id="284" r:id="rId32"/>
    <p:sldId id="285" r:id="rId33"/>
    <p:sldId id="286" r:id="rId34"/>
    <p:sldId id="308" r:id="rId35"/>
    <p:sldId id="287" r:id="rId36"/>
    <p:sldId id="288" r:id="rId37"/>
    <p:sldId id="289" r:id="rId38"/>
    <p:sldId id="290" r:id="rId39"/>
    <p:sldId id="291" r:id="rId40"/>
    <p:sldId id="292" r:id="rId41"/>
    <p:sldId id="293" r:id="rId42"/>
    <p:sldId id="294" r:id="rId43"/>
    <p:sldId id="295" r:id="rId44"/>
    <p:sldId id="296" r:id="rId45"/>
    <p:sldId id="297" r:id="rId46"/>
    <p:sldId id="322" r:id="rId47"/>
    <p:sldId id="298" r:id="rId48"/>
    <p:sldId id="299" r:id="rId49"/>
    <p:sldId id="300" r:id="rId50"/>
    <p:sldId id="301" r:id="rId51"/>
    <p:sldId id="302" r:id="rId52"/>
    <p:sldId id="303" r:id="rId53"/>
    <p:sldId id="304" r:id="rId54"/>
    <p:sldId id="305"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DC3E6"/>
    <a:srgbClr val="0ED2C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2" autoAdjust="0"/>
    <p:restoredTop sz="94007" autoAdjust="0"/>
  </p:normalViewPr>
  <p:slideViewPr>
    <p:cSldViewPr snapToGrid="0">
      <p:cViewPr varScale="1">
        <p:scale>
          <a:sx n="116" d="100"/>
          <a:sy n="116"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ink/ink1.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15T08:06:37.31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25012 8008 0,'0'-18'78,"-18"18"0,1 0-62,-1 0 0,-17 0-1,-1 18 1,19-18-16,-18 0 16,-1 0-16,-87 0 15,88 0-15,-54 18 16,1-18-16,53 0 15,-18 0-15,18 0 16,17 0-16,0 0 16,1 0-16,-1 0 15,0 0-15,-17 0 16,18 0-16,-1 0 16,0 0-1,-35 0-15,18 0 16,0 17-16,17-17 15,-35 0-15,36 0 16,-19 0-16,19 0 16,-1 0-16,-17 0 15,17 0-15,-17 0 16,0 0 0,17 0-16,-35 0 15,35 0-15,-17 0 16,-35 0-16,52 0 15,-53 0-15,54 0 16,-36 0-16,35 0 16,-17 0-16,0 0 15,17 0-15,-17 0 16,17 0 0,-17 18-16,17-18 15,-17 0-15,17 0 16,-17 0-16,0 0 15,-18 0-15,0 0 16,0 0-16,0 0 16,0 0-16,18 0 15,0 0-15,-1 0 16,1 0 0,17 0-1,1 0-15,-1 0 16,0 0-1,-17 0-15,0 0 16,0 0 0,-1 0-16,19 0 15,-1 18-15,0-18 16,-17 0-16,17 0 16,1 0-16,-36 17 15,0-17-15,18 0 16,-18 0-1,18 0-15,-18 18 16,35-18-16,-35 0 16,18 18-16,-18-18 15,0 17-15,0-17 16,18 0-16,-1 0 16,1 0-16,18 0 15,-19 0 1,1 0-16,17 0 0,1 0 15,-19 18 1,-16-18-16,16 0 16,19 0-16,-19 0 15,1 0-15,0 0 16,-36 0-16,54 0 16,-19 0-16,1 0 15,0 0-15,-18 0 16,35 0-16,-17 0 15,0 0-15,-18 0 16,35 0-16,-17 0 16,0 0-1,17 0-15,0 0 16,-17 0-16,-18 0 16,0 0-16,0 0 15,-17 0-15,-19 0 16,1 0-16,-35 0 15,17 0-15,-35 0 16,35 0 0,18 0-16,0 0 15,35 0-15,-53 0 16,53 0-16,0-18 16,0 18-16,0 0 15,0 0-15,0 0 16,0 0-16,-17 0 15,17 0-15,0 0 16,0 0-16,0 0 16,18 0-16,0 0 15,-18 0 1,0 0-16,18 0 16,-18 0-16,-18 0 15,36 0-15,0-17 16,-1 17-16,19 0 15,-36 0-15,35 0 16,-17 0-16,0 0 16,-18 0-16,0 0 15,17 0-15,1 0 16,-18 0 0,18 0-16,17 0 15,1 0-15,-1 0 16,0 0-16,1 0 15,-1 0-15,0 0 16,-17 0-16,18 0 16,-1 0-16,0 0 15,-17 0-15,0 0 32,17 0-32,0 0 15,1 0-15,-1 0 16,-17 0-16,17 0 15,-17 0-15,0 0 16,-1 0-16,1 0 16,-18 0-16,0 0 15,-17 0-15,-1 0 16,18 0 0,0 0-16,18 17 15,-35-17-15,-1 0 16,18 18-16,-17-18 15,-1 0-15,36 0 16,-18 0-16,0 0 16,-18 0-16,1 0 15,17 0-15,-18 0 16,18 0-16,18 0 16,0 17-16,-1-17 15,-52 0 1,35 0-16,-17 0 15,-1 0-15,1 0 16,17 0-16,-71 18 16,71-18-16,-35 0 15,18 0-15,-1 0 16,1 0-16,-1 0 16,36 0-16,-18 0 15,35 0 1,-17 0-16,17 0 15,-52 0 1,52 0-16,0 0 16,1 0-16,-1 0 15,0 0-15,1 0 16,-1 0 0,1 0 15,-1 0 31,0 0-46,1 0-16,-1 0 16,-17 0-1,17 0 1,0 0 109,18-18-110,0 1 1,0-1 0,0 1-1,0-1 1,0 0-16,0 1 16,18 17-1,-18-18-15,0 0 31,0 1 1,0-1-17,18 18 32,-18-18-47,0 1 16,0-1-16,17 1 15,-17-1 1,0 0-16,18 1 16,-18-1 15,18 0-15,-1-17-1,1 35 16,-18-18-31,18 18 32,-1-17-17,1-1 1,-1 18 0,1 0-1,0 0 1,-1 0-16,1 0 15,17 0-15,-17 0 16,0 0-16,-1 0 16,19 0-1,-19 0 1,1 0-16,-1 0 16,19 0-16,-19 0 15,1 0-15,17 0 16,1-18-16,-1 18 15,0 0 1,0 0-16,1 0 16,-19 0-16,19 0 15,-1 0 1,0 0-16,0 0 16,18 0-16,-17 0 15,-1 0-15,0-17 16,0 17-16,1 0 15,17 0-15,-18 0 16,0 0-16,0-18 16,18 18-16,-17 0 15,17-17-15,-1-1 16,19 18 0,-18-18-16,-18 18 15,1-17-15,-1 17 16,0-18-16,0 18 15,1 0-15,34 0 16,-52 0-16,17 0 16,-17 0-16,35-18 15,-36 18-15,1 0 16,17 0 0,1-17-16,-1 17 15,0 0-15,0 0 16,18-18-16,-17 18 15,16 0-15,-16 0 16,17 0-16,-18 0 16,35 0-16,-52 0 15,35 0-15,-18 0 16,1 0 0,-1 0-16,18 0 15,-18 0-15,0 0 16,18 0-16,-17 0 15,-1 18-15,0-18 16,18 0-16,0 0 16,17 0-16,-17 0 15,-17 0-15,34 0 16,18 0-16,-17 0 16,-18 17-16,17-17 15,19 0-15,-19 0 16,18 0-1,-17 0-15,17 0 16,-17 0-16,-18 0 16,52 0-16,-16 0 15,-36 0-15,-1 0 16,37 0-16,-19 0 16,18 0-16,-17 0 15,-18 0 1,88 0-16,-70 0 15,17 0-15,-18 0 16,1 0-16,17 0 16,-17 0-16,-18 0 15,35 0-15,-18 0 16,1 0-16,52 0 16,-17 0-16,0 0 15,-71 0-15,71 0 16,-35 0-16,52 0 15,-52 0 1,-18 0-16,35 0 16,53 0-16,-18 0 15,-34 0-15,69 18 16,19-18-16,-54 18 16,1-18-16,-54 0 15,-17 0-15,0 0 16,0 17-16,-18-17 15,18 0-15,18 0 16,-18 0 0,0 0-16,-36 0 15,36 0-15,-18 18 16,1-18-16,-1 0 16,0 18-16,0-18 15,18 0-15,36 17 16,-19-17-16,18 0 15,36 18 1,-18-18-16,-53 17 16,17-17-16,-17 0 15,-18 0-15,1 0 16,16 0-16,-16 0 16,-19 0-16,1 0 15,0 0-15,35 0 16,35 0-16,0 18 15,18-18-15,-71 0 16,71 0-16,-53 0 16,0 0-16,-36 0 15,1 0 1,17 0-16,-17 0 16,0 0-1,-1 0 1,1 0-1,0 0 1,-1 0-16,1 0 16,-1 0-1,1 0 1,0 0-16,-1 0 16,1 0-16,0 0 15,-1 0-15,19 0 16,-19 0-1,1 0 17,-1 0 77,-17-18-78,0 1 16,0-1 31,18 18-46,-18-17-32,0-1 15,0 0 1,-18 18 15,1 0 0,17-17-15,-18 17 15,-17 0-15,17 0-1,1 0-15,-1 0 16,0 0-16,1 0 16,-1 0-16,-17 0 15,17 0 1,1 0 0,-1 0-1,0 0 1,1 0-1,-19 17 1,-17-17 0,18 18-16,0 0 15,17-18-15,-35 0 16,0 17-16,0-17 16,18 18-16,0-18 15,17 0 1,1 0-16,-36 17 15,0-17-15,-18 0 16,18 18-16,-17-18 16,17 18-16,0-18 15,-18 17-15,18 1 16,18-18-16,0 0 16,0 0-16,-1 0 15,1 18-15,-35-18 16,-72 17-1,54 1-15,0 0 16,-18-18-16,53 0 16,18 17-16,-18-17 15,35 0-15,1 0 16,-1 0-16,1 0 16,-1 0-1,0 0-15,1 0 16,-1 0-16,-35 0 15,35 0 1,1 0-16,-19 0 16,1 0-16,-18 0 15,18 0-15,0 0 16,17 0-16,-17 0 16,17 0-16,-17 0 15,17 0-15,1 0 16,-19 0-16,-17 0 15,18 0-15,0 0 16,0 0 0,-1 0-16,1 0 15,-18 0-15,0 0 16,-88 18 0,71-18-16,-1 18 15,18-18-15,-35 0 16,35 17-16,18-17 15,-18 0-15,17 0 16,1 0-16,18 0 16,-1 0-16,0 0 15,1 0 1,-1 0-16,0 0 16,-17 0-1,17 0 1,1 0-1,-1 0-15,1 0 16,-19 0-16,19 0 16,-19 0-16,1 0 15,0 0 1,-36 18-16,36-18 16,17 0-16,-17 0 15,17 0-15,-17 0 16,0 0-16,17 0 15,-17 0-15,-18 0 16,18 0-16,-36 0 16,1 0-16,34 0 15,-34 0-15,-1 0 16,18 0 0,18 0-16,-18 0 15,18 0-15,17 0 16,-17 0-16,-18 0 15,35 0-15,-17 0 16,0 0-16,17 0 16,-35 0-16,0 0 15,18 0-15,0 0 16,17 0 0,-17 0-16,0 0 15,-18 0-15,0 0 16,35 0-16,-35 0 15,18 0-15,0 0 16,-18 0-16,35 0 16,-17 0-16,-18 0 15,0 0-15,35 0 16,1 0-16,-19 0 16,1 0-1,0 0-15,-36 0 16,18 0-16,0 0 15,1 17-15,-72-17 16,54 0-16,-19 18 16,36-18-16,-17 0 15,17 0-15,0 0 16,18 0 0,-36 0-16,-17 18 15,17-18-15,-17 0 16,-35 0-16,52 0 15,-70 17-15,-53-17 16,106 0-16,0 18 16,0-18-16,-36 0 15,71 0-15,18 0 16,-18 0-16,35 0 16,-17 0-16,17 0 15,-17 0-15,17 0 16,1 0-1,-1 0-15,1 0 16,-19 0-16,19 0 16,-19 0-16,19 0 15,-19 0-15,1 0 16,0 0-16,17 0 16,-17 0-16,17 0 15,-17 0-15,17 0 16,-17 0-1,0 0-15,17 0 0,-17 0 16,0 0 0,-36 0-16,36 0 15,-18 0-15,0 0 16,18 0-16,-1 0 16,1 0-16,0 0 15,0 0 1,17 0-1,0 0 1,1 0 0,-1 0-1,0 0 1,1 0 0,-1 0 15,1 0-31,-1 0 187,0 0-140,1 0 0,-1 0-31,0 0-1,1 0-15,-1 0 16,18-18 46,18 1-46,-1 17 0,1-36-16,17 36 15,18-35-15,-18 18 16,18-19-16,0 19 16,-17-1-16,34 0 15,18-17-15,-52 17 16,16 18-16,-16 0 15,-1 0-15,-17 0 16,17 0 0,18-17-16,0 17 15,-18 0-15,18 0 16,-18 0-16,18 0 16,-35 0-16,35 0 15,35 0-15,18 35 16,-71-35-16,141 18 15,-52-1-15,-36 1 16,53 0 0,-17-1-16,-71-17 15,-18 0-15,18 18 16,0-18-16,-18 0 16,0 0-16,-17 0 15,17 0-15,0 18 16,-17-18-16,0 0 15,-1 0-15,36 0 16,-35 0-16,17 0 16,-17 0-1,17 0-15,0 17 16,-17-17 0,17 0-16,1 0 15,-19 0-15,1 0 16,0 0-16,-1 0 15,1 0-15,17 0 16,-17 0 0,-1 0-16,1 0 15,0 0 1,-1 0 0,1-17-1,0 17 1,-1 0 31</inkml:trace>
</inkml:ink>
</file>

<file path=ppt/ink/ink2.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15T08:06:44.71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17233 5891 0,'18'0'32,"17"0"-17,0 0 1,18 0-16,124-17 15,34-1-15,-17 18 16,159-18-16,35 18 16,-194-17-1,124 17-15,-54 0 16,-175 0-16,105 0 16,-53 0-16,35 0 15,-88 0-15,71 0 16,-106 0-16,53 0 15,-36 0-15,-17 0 16,-17 0 0,-1 0-16,18 0 15,17 0-15,18-18 16,54 18 0,-19 0-16,36 0 15,-71 0-15,88 0 16,-17 0-16,-88 0 15,87 0-15,-34 0 16,-54 0-16,54 0 16,35 0-16,-18 0 15,-18 0-15,-35 0 16,54 0 0,52 0-16,-124 0 15,124 0-15,-70 0 16,-19 0-16,89 0 15,-52 0-15,69 0 16,-17 18-16,53-18 16,124 53-16,-19-36 15,37-17-15,-54 0 16,53 0 0,0 0-16,35 0 15,-158 0-15,-54 0 16,72 0-16,-89 0 15,-53 0-15,-53 0 16,-35 0-16,0 0 16,-36 0-16,19 0 15,-19 0 1,19 0 0,-19 0-16,1 0 15,17 0-15,0 0 16,-17-17-16,53 17 31,-54 0-31,1-18 16,-1 18-1,19 0 1,-19 0 0,1 0-16,17 0 15,1 0-15,34 0 16,-17 0-16,0 0 15,35 0-15,-17 0 16,-1 0-16,-17 0 16,18 0-16,17 0 15,-53 0-15,18 0 16,-35 0-16,-1 0 16,1 0-16,17 0 15,1 0 1,-1 0-1,0 0-15,36 0 16,-18 0-16,-18 0 16,18 0-16,17 0 15,-17 0-15,0 0 16,-35 0-16,17 0 16,-17 0-16,-1 0 15,1 18-15,17-18 16,-17 0-1,0 0-15,-1 0 47,1 0-31,0 0 0,17 0-16,-18 0 15,36 0-15,-35 0 16,0 0-16,-1 0 15,1 0-15,0 0 16,-1 0-16,19 0 16,-19 0-16,18 0 15,1 0-15,-1 0 16,-17 0 0,-1 0-16,19 0 15,-19 0-15,1 0 16,17 0-16,0 0 15,18 17-15,0-17 16,-18 0-16,-17 0 16,0 0 15,-1 0-31,1 0 31,0 0 0,-1 0 1,1 0-17,0 0-15,-18-17 63,0-1-32,0 0-15,0 1-1,0-1-15,0 1 32,0-1-17,0 0 16,0 1 1,0-1-1,-18 0 16,0 18-32,1 0-15,-1-17 16,-17 17-16,17-18 16,-17 0-1,-18 18-15,-53-17 0,36-1 16,17 18 0,-36-17-16,54 17 15,0 0-15,0 0 16,-1 0-16,19 0 15,-19-18-15,19 18 16,-1 0-16,-17 0 16,-18 0-16,0 0 15,-18 0-15,-52 18 16,17-1 0,-17 1-16,70-1 15,17-17-15,1 0 16,18 0-16,-36 0 15,35 0-15,0 0 16,-17 0-16,0 0 16,-71 0-16,18 0 15,35 18-15,-35-18 16,-1 0 0,19 0-16,35 0 15,-18 0-15,17 0 16,-34 0-16,-1 0 15,1 0-15,-36 0 16,-35 18-16,53-18 16,-36 17-16,54-17 15,34 18-15,1-18 16,0 0-16,0 0 16,-18 0-1,17 0-15,-105 0 16,71 0-1,-1 0-15,-17 0 16,35 0-16,-35 0 16,70 0-16,-52 0 15,-1 0-15,18 0 16,18 0-16,-18 0 16,0 0-16,-35 0 15,17 0-15,18 0 16,-35 0-1,-53 0-15,35 0 16,-35 0-16,53 0 16,0 18-16,17-18 15,1 0-15,-1 0 16,-70 0-16,-18 0 16,18 0-16,18 0 15,-71 0 1,105 0-16,-158 0 15,106 0 1,53 0-16,0 0 16,0 0-16,0 0 15,-54 0-15,-16 0 16,-19 0-16,89 0 16,-106 0-16,35 0 15,-35 0-15,53 0 16,-18 0-1,89 0-15,-124 0 16,53 0-16,53 0 16,-107 0-16,54 0 15,18 0-15,-18 0 16,-71 17-16,36 1 16,-1 0-16,-34 17 15,17-18-15,53 1 16,52-18-16,1 18 15,35-18-15,-53 17 16,71 1 0,-35-18-16,-1 18 15,0-18-15,-17 0 16,0 17-16,35-17 16,0 0-16,18 0 15,-36 0-15,1 0 16,-18 0-16,-53 0 15,52 0 1,19 0-16,-1 0 16,1 0-16,17 0 15,0 0-15,-18 0 16,36 0-16,-18 0 16,0 0-16,-17 0 15,-1-17-15,-35-1 16,-35 0-16,53 1 15,-88-19-15,17 19 16,-18-1-16,54-17 16,52 35-16,-34-18 15,16 1-15,-16 17 16,52-18 0,17 18-16,1 0 15,0 0-15,-36 0 16,1 0-16,-1 0 15,-35 0-15,36 0 16,-1 0-16,18-18 16,36 18-16,-1 0 15,0 0 1,36 0 62,0 0-62,-1 0-16,1 0 15,17 0-15,0 0 16,1 0-16,-19 0 16,1 0-16,17 0 15,-17 0-15,0 0 16,17 0-1,-18 0-15,19 0 16,-19 0 0,1 0-1,0 0-15,-1 0 16,1 0 0,0 0-1,-1 0-15,1 0 16,-1 0-1,1 0-15,0 0 16,-1 0 0,1 0-16,17 0 15,-17 0-15,0 0 16,17-17-16,18 17 16,0-18-16,35 18 15,-18-18-15,-17 18 16,18 0-16,52-17 15,-34 17-15,-19-18 16,71 1 0,-53-1-16,-17 18 15,-18-18-15,17 18 16,36 0-16,-35-17 16,-18 17-16,35-18 15,-17 18-15,-19 0 16,37-18-16,34 18 15,1 0-15,-1 0 16,-35 0-16,-35 0 16,18 0-16,-18-17 15,0 17 1,-18 0-16,35 0 16,-34 0-16,34 0 15,-17 0-15,71 0 16,-71 0-1,-1 0-15,-16 0 16,17 0-16,17 0 16,-34 0-16,16 0 15,1 0 1,0 0-16,-17 0 16,16 0-16,1 0 15,18 0-15,-1 0 16,1 0-16,0 0 15,17 0-15,-18 0 16,1 0-16,-18 0 16,0 0-16,0 0 15,0 0-15,-18 0 16,18 0 0,-18 0-16,0 0 15,18 0-15,-17 0 16,16 0-16,-16 0 15,17 0-15,17 0 16,-17 0-16,-18 0 16,-17 0-16,17 0 15,1 0-15,16 0 16,1 0-16,18 0 16,-1 0-1,1 0-15,-18 0 16,18 0-16,34 0 15,-16 0-15,-19 0 16,-17 0-16,71 0 16,-54 0-16,36 0 15,-53 0-15,88 0 16,-53 0-16,36 0 16,-19 0-1,-16 0-15,52 0 16,-35 0-16,17 0 15,1 0-15,-1 0 16,0-18-16,-17 18 16,35 0-16,53 0 15,-52 0-15,-54 0 16,106 0-16,0 0 16,-53 0-1,-88 0-15,88 0 16,-53 0-16,-35 0 15,53 0-15,-18 0 16,-35 0-16,18 0 16,34 0-16,36 0 15,-35 0-15,35 0 16,-88 0-16,88 0 16,-70 0-16,0 0 15,34 0-15,-52 0 16,-17 0-16,-1 0 15,0 0 1,0 0-16,18 0 16,18 0-16,-36 0 15,18 0-15,0 18 16,18-18-16,17 0 16,18 0-16,17 17 15,-35-17-15,-35 0 16,35 0-16,18 18 15,18 0 1,-36-18-16,-53 0 16,36 17-16,-36-17 15,18 0-15,-18 0 16,-17 0 0,-1 0-1,1 0 1,0 0-1,-1 0-15,1 0 16,0 0-16,17 0 16,-17 0-16,-1 0 15,54 0-15,-36 0 16,18 0-16,0 0 16,0 0-1,70 18-15,-52-18 16,-1 0-16,1 18 15,-1-18-15,-17 0 16,-17 0-16,-19 0 16,19 0-1,-19 0 1,1 0 15,-1 0-15,1 0-16,0 0 31,-1 0 0</inkml:trace>
</inkml:ink>
</file>

<file path=ppt/ink/ink3.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15T08:06:45.80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24112 5997 0,'0'-17'46,"-70"17"-14,-54-18-32,-70 18 15,-17 0-15,52 0 16,-53 0-16,18 18 16,71-1-1,52-17-15,1 18 16,-19-1-16,-52-17 15,53 18-15,18-18 16,-19 0-16,1 0 16,35 0-16,-17 0 15,34 0-15,1 0 16,18 0-16,-19 0 16,19 0-1,-19 0 1,-34 0-16,-18 0 15,52-18-15,-34 1 16,17-1-16,35 18 16,-17 0-16,0 0 15,17 0 1,0 0 15,1 0-15,-1 0 15,0 0-15,-17 0-1,17 0 17,1 0-17</inkml:trace>
</inkml:ink>
</file>

<file path=ppt/ink/ink4.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15T08:06:52.96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1729 6685 0,'17'0'110,"19"0"-95,-1 0-15,18 0 16,35 0-16,35 0 16,54 0-16,-18 0 15,87 0-15,37 0 16,-107 0-16,194 0 15,-17 0-15,-176 0 16,52-17-16,-88 17 16,124-18-16,-142 0 15,106-17 1,-87 35-16,52-18 16,-124 18-16,107 0 15,-19-17-15,1 17 16,-18 0-16,-35 0 15,-35-18-15,87 18 16,-70 0-16,18 0 16,0 0-1,-88 0-15,105 0 16,-52 0-16,17 0 16,-17 0-16,-1 0 15,-17 0-15,53 0 16,-36 0-16,1 0 15,0 0-15,-1 0 16,18 0-16,-17 0 16,-18 0-16,17 0 15,19 0-15,-37 0 16,54 0 0,0 0-16,0 0 15,17 0-15,-17 0 16,35 0-16,-35 0 15,0 0-15,-18 0 16,-35 0-16,-18 0 16,36 0-16,0 0 15,17 0-15,-35 0 16,17 0-16,1 0 16,87 18-1,-34-18-15,70 53 16,-35-36-16,52 1 15,-34-18-15,-89 18 16,88-18-16,-123 0 16,35 0-16,-52 0 15,-19 0-15,19 0 16,-1 0 0,-17 0-1,-1 0 1,1 0-1,-1 0-15,1 0 16,0 0-16,-1 17 16,19-17-16,-19 0 15,19 0-15,-19 0 16,36 0-16,0 0 16,-18 0-1,18 0-15,18 0 16,-18 0-16,-18 0 15,36 0-15,-18 0 16,-36 0-16,18 0 16,1 0-16,-1 0 15,-17 0-15,17 0 16,-17 0-16,-1 0 16,1 0-16,-1 0 15,1 0 1,0 0-1,-1 0 1,1 0 0,0 0-1,-1 0 17,1 0-32,0 0 31,-1 18-16,1-1 1,-1-17 0,1 0-1,0 0 1,-1 0 0,1 18-16,0-18 15,-1 18 16,1-18 1,-18 17-32,0 1 109,0 0-78,-18-18-15,18 17 0,-17-17-1,-1 0-15,0 0 16,1 18-1,-1-18-15,0 0 16,1 0 0,-1 18-16,-17-1 15,17-17 1,1 0 0,-1 0-1,0 0 1,1 18-1,-1-18-15,0 0 16,1 0 0,-1 0-16,1 0 15,-19 17-15,1-17 16,17 0-16,-35 0 16,18 0-16,-18 0 15,0 18-15,0-18 16,18 18-1,0-18-15,0 0 16,-18 0-16,17 0 16,1 0-16,-18 0 15,18 0-15,-18 0 16,35 0-16,-17 0 16,-18 0-1,0 0-15,0 0 16,-35 0-1,18 0-15,17 0 16,-36 0-16,-52 0 16,53 0-16,-53 0 15,35 0-15,53 0 16,-35 0 0,35 0-16,18 0 15,0 0-15,-1 0 16,19 0-1,-19 0-15,1 0 16,0 0-16,0 0 16,-18 0-16,17 0 15,-17 17-15,18-17 16,-18 0-16,-17 0 16,34 0-16,1 0 15,-53 0-15,17 0 16,19 0-16,-19 0 15,36 0-15,-18 0 16,-18 0-16,18 0 16,-35 18-1,53-18-15,-36 0 16,18 0-16,-17 0 16,-36 0-16,-18 0 15,19 0-15,-1 0 16,0 0-16,-35 0 15,-124 0 1,159 0 0,1 0-16,52 0 15,17 0-15,-17 0 16,18 0-16,0 0 16,0 0-16,-1 0 15,1 0-15,0 0 16,-18 0-16,18 0 15,17 0-15,-17 0 16,-1 0-16,1 0 16,-18 0-16,18 0 15,0 0-15,17 0 16,-17 0 0,0 0-16,-18 18 15,-53-18-15,35 0 16,18 17-16,-53 1 15,18-18-15,18 0 16,17 0-16,0 0 16,18 0-16,-18 0 15,17 18-15,-17-18 16,-17 0 0,17 17-16,-88 1 15,70-18-15,-52 17 16,17 1-16,35-18 15,1 0-15,-1 0 16,18 0-16,18 0 16,0 18-16,0-18 15,-18 0-15,-18 0 16,53 0-16,-17 0 16,-18 0-1,18 0-15,0 0 16,-18 0-16,-35 0 15,35 0-15,-18 0 16,1 0-16,-107 0 16,89 0-16,35 0 15,-53 0-15,36 0 16,-18 0-16,17 0 16,0 0-16,18 0 15,-17 0 1,17 0-16,0-18 15,-17 18-15,17 0 16,0 0-16,0-18 16,0 18-1,18 0-15,-18 0 0,35 0 16,-35 0-16,18 0 16,0-17-16,-18 17 15,17 0 1,1 0-16,0 0 15,0 0-15,-1 0 16,1 0-16,17 0 16,-17 0-16,0-18 15,0 18-15,-36-17 16,18-1-16,0 18 16,0 0-16,36 0 15,-19 0 1,1 0-16,17 0 15,1 0-15,-1 0 16,0 0-16,1 0 16,-18 0-16,-1 0 15,1 0 1,17 0-16,1 0 16,-1 0-16,0 0 15,1 0 16,-1 0-15,18-18 0,-17 18-1,-1 0 1,0 0-16,1 0 16,-1-17-16,0 17 15,1 0 1,17-18 46,17 18-15,-17-18-31,18 18-1,0 0 1,17 0-16,-17 0 16,17 0-16,35 0 15,-17 0-15,0-17 16,18 17-16,-18 0 16,0 0-16,17 0 15,18 0-15,-17 0 16,-1 0-16,-17 0 15,18 0-15,-18 0 16,35 0 0,-53 0-16,18 0 15,18 0-15,17 0 16,-53 0 0,18-18-16,-18 18 15,18 0-15,36-18 16,-37 18-16,1 0 15,-17 0 1,17 0-16,-1-17 16,1 17-16,0 0 15,0 0-15,18 0 16,-1 0-16,1 0 16,88 0-16,-36 0 15,18 0-15,-53 0 16,89-18-16,-107 18 15,89-17-15,-35 17 16,-54 0-16,1 0 16,17 0-16,-53 0 15,0 0 1,1 0-16,17-18 16,0 18-16,0 0 15,17 0-15,-17 0 16,18 0-16,34 0 15,-34 0-15,-18-18 16,35 18-16,-17 0 16,-19 0-16,19-17 15,-18 17 1,0 0-16,70 0 16,-52 0-16,-18 0 15,53 0-15,-36-18 16,1 18-16,35 0 15,-36 0-15,71 0 16,-53 0-16,18-18 16,35 18-16,-52 0 15,52 0-15,-88 0 16,35 0 0,88 0-16,-88 0 15,-35 0-15,36 0 16,-37 0-16,37 0 15,-54 0-15,88-17 16,-52 17-16,17 0 16,36 0-16,-54 0 15,-17 0-15,0 0 16,0 0-16,0 0 16,0 0-1,-18 0-15,0 0 16,1 0-16,-19 17 15,1-17-15,17 0 16,-17 0-16,-1 0 16,19 0-16,17 0 15,0 0-15,-1 0 16,1 0-16,0 0 16,18 0-1,-36 0-15,0 0 16,1 0-16,-19 0 15,19 0-15,16 0 16,-16 0-16,-1 0 16,18 0-16,-18 0 15,1 0-15,-1 0 16,0 0 0,0 0-16,18 0 15,0 0-15,18 0 16,-36 18-16,36-18 15,34 0 1,1 0-16,35 0 0,-52 0 16,34 0-16,-52 0 15,-19 0-15,37 0 16,-19 0-16,-17 0 16,0 0-16,-18 0 15,1 0-15,-19 0 16,1 0-1,0 0 1,-1 0-16,1 0 16,-1 0-16,-17 18 62,18-18 1,0 0-32,-1 0-15,1 17-16,17-17 15,1 18-15,-1-18 16,18 18-16,0-18 15,-18 17-15,-17-17 16,-1 0-16,1 0 16,0 0-1,-1 18-15,1-1 16,17-17 0,-17 0-1,-18 18 1,17-18-16,1 0 15,-18 18 17,18-18-32,-1 0 15,-17 17 1,18-17-16,0 18 16,-1-18-1,-17 18 1,18-18-16,-18 17 31,17-17-15</inkml:trace>
</inkml:ink>
</file>

<file path=ppt/ink/ink5.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15T08:07:00.76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12965 10442 0,'17'18'78,"1"0"-78,52-1 15,1 1-15,-18-1 16,17 1-16,-17 0 16,0-18-1,35 17-15,1 1 16,-36 0-16,17-18 15,-17 0-15,35 0 16,-17 0-16,-1 0 16,-17 0-16,0 0 15,18 0-15,-36 0 16,0 0-16,71 0 16,-53 0-16,-18 0 15,18 0-15,18 0 16,-18 0-1,-18 0-15,-17 0 16,17 0-16,-17 0 16,17-18-16,-18 18 15,1-18-15,17 18 16,1-17 0,-19-1-16,1 18 15,17 0-15,-17-18 16,17 1-16,0-1 15,1 18 1,-1-17 0,-17 17-16,17 0 15,-17-18 1,-1 18-16,18-18 16,-17 18-16,0 0 15,-1 0-15,19 0 16,-19 0 15,1 0-31,0 0 16,-1 0-1,1 0 1,-1 0-16,1 0 16,0 0-1,17 0-15,-17 0 16,-1 0-1,1 0-15,0 0 16,-1 0 0,1 0 15,0 0 31,17 18-46,18-18 0,-18 0-16,18 0 15,-18 0-15,18 0 16,-35 0-16,-1 0 16,1 0-16,-18-18 171,-18 18-155,1 0 0,-1-17-1,0 17 1,18-18-16,-17 18 16,-18-35-1,35 17 1,-18 0-16,0 18 15,18-17-15,-17-1 16,-1 0-16,0 18 16,1-35-16,-1 18 15,0 17 1,18-18-16,-17 0 16,-1 18 15,18-17-31,-17 17 15,-1 0 1,0 0 0,1 0-1,-1 0-15,-17 0 16,-1 0-16,-52 0 16,35 0-16,-70 0 15,17 0-15,18 0 16,-53 17-16,70-17 15,18 0-15,-70 0 16,52 0 0,-17 18-16,53-18 0,-18 0 15,18 0-15,-1 0 16,1 0-16,0 0 16,-89 0 15,71 0-31,36 0 15,-19 18-15,19-18 16,-1 0-16,-17 0 16,17 0-1,1 0-15,-19 0 16,1 0 0,-18 0-16,0 0 15,0 0-15,18 0 16,0 0-16,17 0 15,0 17-15,-35-17 16,36 0-16,-1 0 16,-17 0-16,17 0 15,1 0-15,-1 0 16,0 18 0,1-18-16,-1 0 15,0 0-15,1 0 16,-1 0-1,-17 0-15,17 0 16,1 0-16,-36-18 16,35 18-16,0-17 15,1 17-15,-18 0 16,17 0 0,0-18-16,1 18 15,17-18-15,-18 18 0,0-17 16,18-1 15,-17 18-15,17-18 15,-18 1-15,18-1-1,-18 18 1,1 0-1,17-18 1,17 18 31,19 0-31,17 36-16,17-36 15,36 17-15,-53 1 16,0-18-16,-18 0 15,0 0 1,-17 0-16,17 18 16,-17-18-16,17 0 15,0 0-15,18 0 16,-17 0-16,-19 0 16,19 0-16,-1 0 15,0 0-15,-17 0 16,-1 0-1,1 0-15,0 0 16,-1 0-16,19 0 16,-1 17-16,0 1 15,0 17-15,1-17 16,17-1-16,-18 1 16,0-18-16,18 0 15,-18 0 1,1 0-16,-1 0 15,0 0-15,1 0 16,-1 0-16,0 0 16,-17 0-1,17 0-15,-17 0 16,35 0-16,-36 0 16,1 0-16,17 0 15,0 0 1,1 0-16,-1 0 0,0-18 15,-17 18-15,-1 0 16,1 0-16,0 0 16,-18-17-16,17 17 15,1 0 17,-18-18-1,0 1-16,0-1 17,0 0-32,0 1 15,-18-1-15,-17 0 16,17 1 15,-17 17-15,18 0-1,-19 0 1,19 0 0,-1 0-1,0 0 17,1 0-17,17 17 79</inkml:trace>
</inkml:ink>
</file>

<file path=ppt/ink/ink6.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15T08:07:05.02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28063 10601 0,'36'-18'94,"-19"18"-78,1-17-16,35 17 15,0 0-15,17 0 16,36-18-16,35 18 16,36 0-16,140-35 15,-140 35-15,-1 0 16,18-18-1,-70 18-15,-54 0 16,1 0-16,-36 0 16,-17 0-16,-1 0 15,1 0-15,-1 0 16,19 0 0,-19 0-1,19 0 1,-19 0-16,1 18 15,17-18-15,-17 0 16,17 0-16,0 17 16,1 1-16,-1-18 15,-35 18-15,18-18 16,-1 0 0,1 0-1,0 0 1,-18 17-16,35-17 15,-18 0-15,36 0 16,-35 0 0,17 0-1,-17 0 1,0 0-16,-1 0 16,1 18-1,-1-18-15,1 0 16,0 0-1,17 0-15,18 0 16,-35 0 0,-1 0-16,1 0 15,17 0 1,-17 0 0,17 0-1,-17 0 1,-1 0-1,1 0-15,0 0 16,17 0-16,0 0 16,-17 0-1,-1 0-15,1 0 16,0 0-16,-1 0 16,1 0-1,0 0 1,-1 0-1,1 0-15,0 0 16,-1 0 0,1 0 46,-18-18-62,0 1 63,0-1-63,0 0 15,0 1 1,-18-1-16,18 1 16,0-1-1,-17 18 1,17-18-1,0 1-15,0-1 32,-18 0-32,18 1 15,0-1 1,0 0 15,0 1 47,0-1-62,0 0 46,-18 18-62,1 0 0,-1 0 16,-17 0-16,-18 0 16,-71-17-1,36 17-15,35 0 16,-106 0-16,1-18 16,52 18-16,-35-17 15,53 17-15,-1-18 16,-34 0-16,52 18 15,36-17-15,-35 17 16,17-18 0,-36 0-16,19 18 15,-1 0-15,18 0 16,-70 0 0,88 0-16,-54 0 15,-16 0-15,16 0 16,36 0-16,1 0 15,-19 0-15,0 0 16,36 0 0,0 0-16,0 0 15,-1 0-15,19 0 16,-19 0-16,1 0 16,-18 0-16,36 0 15,-1 0-15,0 0 16,1 0-16,-1 0 15,0 0 1,18 18-16,-17-18 16,-1 0-1,1 18 1,-1-18 15,18 17-31,-18 1 16,1-18-1,-19 35-15,1 0 16,17-17-16,-17 0 16,35-1-16,-18-17 15,18 18 1,0 0 125,18-18-110,0 0-16,-1 0 1,19 0-16,-1 0 16,0 0-16,36-36 15,-18 36-15,17-35 16,-17 17-16,0 1 16,0 17-1,0-18-15,0 1 16,0-1-16,53-17 15,-54 35-15,1 0 16,-17 0-16,-1-18 16,18 18-16,0-18 15,-18 18-15,18 0 16,35-17-16,-53 17 16,18 0-1,0 0-15,-17 0 16,-1 0-16,18 0 15,17 0-15,-17 0 16,0 0-16,-35 0 16,17 0-16,18 0 15,0 0-15,0 0 16,-36 0-16,19 0 16,-19 0-16,1 0 15,17 0-15,-17 0 16,0 0-1,-1 0-15,1 0 16,-1 0 0,1 0-1,0 0 1,-1 0 31,1 0-47,0 0 31,-1 0-15,1 0-16,0 0 15,17 0-15,-17 0 16,-1 17 0,1-17-16,-1 0 15,1 0 16</inkml:trace>
</inkml:ink>
</file>

<file path=ppt/ink/ink7.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15T08:07:11.28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10760 11624 0,'17'0'16,"1"0"15,0 0-31,17 0 16,-17 0-16,17 0 15,35 0-15,-17 0 16,71 0-16,105 0 16,-35 0-1,-53 0-15,124 0 16,-71 0-16,-18 0 15,-35 0-15,-70 0 16,88 0-16,-36 0 16,-52 0-16,-18 0 15,-18 0-15,0 0 16,0 0-16,-17 0 16,17 0-16,-17 0 15,17 0-15,18 0 16,0 0-1,0 0-15,0 0 16,0 0-16,0 0 16,0-18-16,17 18 15,-35-17-15,18 17 16,0 0-16,-17 0 16,-1 0-16,0 0 15,53 0 1,-70 0-16,0 0 15,17 0 1,-17 0-16,17 0 16,-18 0-1,19 0-15,-19 0 16,19 0 0,-19 0-16,19 0 15,-19 0 1,1 0-1,0 0 1,-1 0 0,1 0-1,-1 0 1,1 0 0,0 0-1,-1 0 1,1 0-1,0 0 1,-1 17-16,1-17 16,0 18-1,-18 0 1,17-18 0,1 0 15,-18 17-31,0 1 47,0 0-32,0-1 1,0 1 0,0 0 30,-18-1 1,1-17-31,-1 0 0,0 0-16,1 0 15,-1 0 1,0 0-1,1-17-15,-1 17 16,18-18 0,-35 18-16,17 0 15,1 0 1,-19-18-16,19 18 16,-1 0-16,0 0 15,1 0 1,-1 0 31,18-17 62,18 17-93,-1-36-16,1 36 15,0-35-15,-1 17 16,1 1-16,0 17 16,-1-18-16,1 0 15,-1 18 1,1-17-1,0-1 17,-1 18-17,1-17-15,0 17 16,-1 0 0,1 0-1,0 0-15,-1-18 16,18 0-1,-17 18 1,0 0-16,-1-17 16,1 17-1,0 0 1,-18-18 15,0 0 63,-18 18-94,-17-17 16,-1 17-16,19 0 15,-36 0-15,18-18 16,-18 18-16,0-18 15,18 1-15,-18 17 16,17 0-16,-17 0 16,18 0-1,-18 0-15,0 0 16,18 0-16,0 0 16,17 0-16,0 0 15,1 0-15,-1 0 16,1 0-16,-19 0 15,1 0-15,0-18 16,-1 18-16,1 0 16,-18 0-16,-17 0 15,34 0-15,-17 0 16,-17 0-16,17 0 16,-53 35-1,53-17-15,18 0 16,17-18-16,-17 0 15,0 0-15,0 17 16,17 1-16,-17-18 16,17 0-16,-17 18 15,17-18-15,-17 0 16,17 0 0,-17 0-16,0 0 15,-1 0-15,-17 0 16,18 0-16,-18 0 15,36 0-15,-19 0 16,19 0-16,-1 0 16,-17 0-16,17 0 15,0 0-15,1 0 16,-1 0-16,0 0 16,1 0-16,-18 0 31,17 0-31,0 0 15,-17 0-15,-18 0 16,18 0-16,-18 0 16,0 0-16,0 0 15,-17 0-15,-1 0 16,36 0-16,-18 0 16,18 0-16,-18 0 15,17 0 1,-34 0-16,17 0 15,0 0-15,0 0 16,-18 0-16,1 0 16,17 0-16,0 0 15,0 0-15,18 0 16,17-18-16,-17 18 16,0 0-16,-18-18 15,35 18-15,-17 0 16,17 0-1,-17 0-15,-18 0 16,35 0-16,1 0 16,-1 0-16,0 0 15,36 0 95,0 0-95,-1 0 1,1 0-16,0 0 16,-1 0-16,1 0 15,0 0-15,-1 0 16,36 0-16,-35 0 15,-1 0-15,1 0 16,17 0-16,1 0 16,-1 0-1,0 0-15,0 0 16,1 0-16,17 0 16,0 0-16,-18 0 15,0 0-15,-17 0 16,-1 0-16,19 0 15,-19 0-15,1 0 16,0 0-16,-1 0 16,36 0-1,-18 0-15,1 0 16,34 0 0,18 0-16,-17 0 15,17 0-15,0 0 16,1-17-16,52 17 15,-71-18-15,1 18 16,-1 0-16,36 0 16,-71 0-16,18 0 15,-17 0-15,-19 0 16,19 0-16,-1 0 16,18 0-1,-36 0-15,1 0 16,0 0-16,-1 0 15,1 0-15,0 0 16,-1 0 0,19 0-1,-19 0 1,1 0-16,-1 0 16,1 0-1,0 0 1,-1 0-16,1 0 15,0 0 1,-1 0 0,1 0-1,0-18 1,-1 18 0,1 0-1,-1 0-15,1 0 16,17 0-1,-35-17 1,18 17-16,0 0 16,-1-18-1,1 18-15,0 0 16,-1-17 31,1 17-32,-18-18 32,-18 18 16,1 0-48,17-18-15,-36 1 16,19 17-16,-19-18 16,1 18-1,35-18 1,-18 18-16,18-17 16,0-1 30,36 18 1,-19 0-47,19 0 16,-19 0-16,19 0 16,-19 0-1,36 0 1,-18 0-16,-35 18 15,18-18-15,0 0 16,-1 0 0,-17 17-1,18-17 1,-18 18 15,18 0 0,-36-18 141,-17 0-156,17-18-16,0 18 16,-17 0-1,0-18-15,17 1 16,-17-1-16,-18 18 15,18 0-15,17-18 16,-17 18-16,0-17 16,17 17-16,0 0 15,1 0 1,17-18 0,-18 18-1,0 0-15,1 0 31,-1 0 1,0 0-17,18 18 142,-17 17-126,-1-35-16,18 35-15,-17 1 16,-1-1-16,0 18 16,1 53-1,-1-71-15,0 0 16,1 18-16,17 0 16,-18 0-16,0 0 15</inkml:trace>
</inkml:ink>
</file>

<file path=ppt/ink/ink8.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15T08:07:57.8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15893 12277 0,'35'0'141,"-17"0"-125,34 35-16,1-35 15,-17 18-15,17 17 16,-18-35-16,18 17 16,0 1-16,0 17 15,0-35-15,-1 18 16,1 0-16,0 17 15,0-35 1,53 18-16,-18-1 16,0 1-16,-52-18 15,70 18-15,-89-1 16,36-17-16,-18 0 16,1 0-1,-1 0-15,-17 0 0,70 18 31,-35-18-15,-18 0 0,-17 0-16,34 0 15,1 0-15,18 0 16,-18 0-16,-18 0 16,71 0-16,-53 0 15,17 0-15,-34 0 16,52 0-16,-35 0 15,-18 0-15,18-18 16,35 18 0,18 0-16,-53 0 15,35-17-15,-17 17 16,52-18-16,-88 0 16,71 18-16,-17-17 15,-37 17-15,37 0 16,-1 0-16,18-18 15,-36 18-15,-17 0 16,0 0-16,0-18 16,0 18-1,17 0-15,-34 0 16,-1-17-16,18 17 16,-35 0-16,17 0 15,0-18-15,18 18 16,18-18-16,-1 18 15,89-17-15,-89 17 16,107-18-16,-18 0 16,-89 18-16,89 0 15,-89-17 1,72 17-16,-37 0 16,-34 0-16,-18 0 15,0 0-15,0 0 16,17 0-16,1 0 15,-1 0-15,36 0 16,-35 0-16,-1 0 16,-17 0-16,0 0 15,-35 0 1,-1 0-16,1 0 16,0 0-1,-1 0-15,1 0 16,17 0-1,1 0 1,-1 0-16,0 0 16,18 0-16,0 0 15,0 0-15,-18 0 16,-17 0 0,-1 0-16,19 0 0,-19 0 31,1 0-31,0 0 15,-1 0 1,-17 17-16,18-17 16,-18 18-16,17-18 15,1 0 1,0 0-16,17 18 16,18-18-16,0 17 15,-18-17-15,0 0 16,-17 0-16,0 0 15,-1 0-15,1 18 32,0-18-32,-1 0 15,1 0 1,-18 18-16,18-18 16,-1 0-16,36 0 15,-35 0 1,17 0-1,0 0-15,-17 0 16,17 0-16,1 0 16,-19 0-1,18 0 1,-17 0 0,0 0-1,-1 0-15,1 17 16,0-17-1,-1 0 1,1 0 31,0 0-31,-18 18 62,17-18-47,-17 18 0,0-1 0,18-17-15,-18 18 0,17-18-1,1 18 1,0-1 0,-18 1-1,17-18 16,-17 17-31,0 1 47,-17 0 125,-19-18-141,19 0-31,-18 17 16,-1-17-16,1 18 16,-18-18-16,0 0 15,18 0-15,17 0 16,1 0-16,-1 0 16,0 0-16,1 0 15,-19 0-15,1 0 16,-18 0-16,18 0 15,-18 0-15,18 0 16,-36 0 0,18 0-1,18 0-15,0 0 16,-1 0-16,1 0 16,0 0-16,-18-18 15,0 18-15,-18 0 16,19 0-16,-1 0 15,17 0-15,-17 0 16,1 0-16,16 0 16,1 0-1,0 18-15,-18-18 16,35 0-16,-35 0 16,18 18-1,0-18-15,-18 0 16,0 0-16,0 0 15,18 0-15,-18 0 16,17 0-16,-16 0 16,16 17-1,1-17-15,0 0 16,17 0-16,-17 0 16,-1 18-16,19-18 15,-1 18-15,-17-18 16,0 0-16,17 0 15,0 17-15,-17-17 16,0 18-16,17-18 16,-17 0-1,0 0-15,-1 17 16,19-17-16,-19 0 16,1 18-16,18-18 15,-1 18-15,-35-18 16,18 0-16,17 0 15,-17 0-15,17 0 16,-17 0-16,-18 0 16,0 0-16,18-18 15,-1 0-15,1 18 16,18-17 0,-19 17-16,36-18 15,-35 18-15,17 0 16,1 0 15,-1 0 0,0 0-31,1 0 16,-1 0 0,1 0-1,-1 0-15,0-17 16,-17 17-1,17 0-15,-35 0 16,-88 0-16,35 0 16,-17 0-1,35 0-15,-53 0 16,17 0-16,54 0 16,-19 0-16,54 0 15,18 0-15,-1 0 16,0 0 15,1 0-15,17-18-1,-18 18 1,0 0 0,1 0-1,-1 0 1,0 0-1,1 0 1,-18 0 0,17 0-1,0 0-15,-17 0 16,17 0-16,-17 0 16,-18 0-16,35 0 15,-52 0-15,-36 0 16,53 0-16,18 0 15,0 18-15,-18-18 16,0 0-16,18 0 16,-36 17-16,18-17 15,0 18 1,0-18-16,-17 17 16,52-17-16,-70 18 15,53-18-15,-1 0 16,1 18-16,0-18 15,-1 0-15,1 17 16,0-17-16,17 0 16,1 0-1,-1 0 1,0 0 0,1 0-1,-19 0-15,19 0 16,-1 0-16,-17 18 15,-18-18-15,-18 18 16,1-18-16,-71 17 16,88-17-16,-53 18 15,53-18 1,-17 18-16,17-18 16,17 0-16,1 0 15,17 0-15,1 0 16,-1 0-16,0 0 15,1 0-15,-18 0 16,17-18-16,0 18 16,1 0-16,-19 0 15,36-18 1,-17 18 0,-1 0-16,0 0 15,1-17-15,-1 17 16,-17-18-16,0 18 15,17 0-15,0 0 16,-17-18-16,17 18 16,1-17-1,-1 17-15,0 0 16,1 0-16,-1 0 16,1 0-1,-1-18-15,-17 18 16,17-18-16,0 18 15,1 0 1,17-17 62,-18 17-31,18-18-31,0 1 15,0-1 0,0 0 63,0 1 31,-18 17-63,18-18-62,-17 0 16,-1 18-16,1 0 16,-1 0-16,-17-17 15,-1-1-15,19 18 16,-1-18 0,-17 18-1,17 0 1,1-17-1,34 17 48,18 0-47,1 0-16,-1 0 15,0 17-15,18-17 16,-18 0-16,-17 0 15,0 0-15,17 0 16,-17 0-16,-1 0 16,1 0-16,17 0 15,-17 18 1,-1-18-16,1 0 16,0 18-1,-1-18-15,1 0 16,0 0-16,-1 0 15,19 17-15,-1-17 16,0 0-16,0 0 16,-17 0-16,17 18 15,-17-18 1,0 18-16,-1-18 16,19 17-16,-1-17 15,-18 0-15,19 0 16,17 18-16,-36 0 15,36-18-15,18 0 16,-36 17-16,18-17 16,-35 0-16,-1 0 15,1 0-15,17 0 16,-17 0 0,-1 0-1,1 0-15,-18-17 47,-18-1 0,1 18-47,-18-18 16,-1 1-16,-17-1 15,36 18-15,-107-18 16,1 1-16,52 17 15,-52-18-15,-36 18 16,71 0-16,52-18 16,19 18-1,-1 0-15,18-17 16,-17 17-16,-1 0 16,0-18-16,-17 1 15,35-1 1,-18 18-16,18-18 15,-17 18-15,-1 0 16,0-17-16,1-1 16,-1 18-1,1-18 1,-1 1 0,0 17-16,1 0 15,17-18 48,0 0-16,17 18-32,1 0 1,0 0-16,-1-17 15,18 17-15,1-18 16,-19 0-16,1 1 16,17 17-16,-17 0 15,0-18-15,-1 18 16,1-17 0,-1-1-1,19 18-15,-36-18 16,17 18-16,19-17 15,-36-1-15,35 18 16,-17 0 0,17-18-1,-17 18-15,17 0 16,-18 0-16,36 0 16,0 0-16,-17 0 15,69 18-15,-69 0 16,70-1-16,-18 1 15,-35 0-15,0-1 16,-18 1 0,-18-18-16,36 0 15,-35 17-15,0-17 16,17 18-16,-17-18 16,-1 0-16,1 0 15,-1 18 16,1-18 1,0 0-32,-1 0 15,1 0 1,0 0 0,-1 0-1,1 0 1,0 0-16,17 0 15,0 0-15,-17 0 16,17 0-16,0 0 16,1 0-16,-1 0 15,-17 0 1,17 0-16,-18 0 16,1 0-16,0 0 15,-1 0-15,1 0 16,0 0-16,17 0 15,0 0-15,0 0 16,1 0-16,-1 0 16,18 0-1,0 0-15,-18 0 16,18 0-16,0 0 16,0-18-16,0 18 15,-18 0-15,0 0 16,-17 0-16,17-18 15,18 18-15,-18 0 16,1-17-16,-1 17 16,-17 0-16,17 0 15,18-18 1,17 18-16,-17 0 16,18 0-16,-1 0 15,36-17-15,-35 17 16,-18 0-16,0 0 15,0 0-15,0 0 16,-18 0-16,0 0 16,-17 0-16,35 0 15,-18 0 1,0 0 0,-17 0-1,17 0 1,-17 0-16,-1 0 15,1 0 1,0 0-16,-1 0 16,19 0-16,-1 0 15,18 0-15,0 0 16,0 0-16,17 0 16,1 0-1,-18 0-15,-36 0 16,36-18-16,0 18 15,18 0-15,-1 0 16,-35 0-16,71 0 16,0-18-16,0 1 15,35 17-15,-53 0 16,18-18 0,-53 18-16,18-18 15,-19 18-15,1-17 16,-17 17-16,-1 0 15,36 0-15,-36 0 16,18 0-16,17 0 16,-17-18-16,53 18 15,18 0-15,-36-18 16,18 18-16,-36 0 16,1 0-16,-36 0 15,0 0-15,-17 0 16,-1 0-16,1 0 15,0 0 1,-1 0-16,1 0 16,0 0-1,-1 0 1,1 0 0,0 0-1,-1 0 1,1 0-16,-1 0 15,1 0-15,35 0 16,0 0-16,-18 0 16,1 0-16,-1 0 15,-18 0 1,36 0-16,-17 0 16,-1 18-16,-17-18 15,17 18-15,0-18 16,-17 17-16,-1-17 15,1 0-15,0 0 16,-1 18-16,1-18 16,0 0-16,-1 0 15,1 0 1,0 0 15,-1 0-15,-17 18-1,18-18 1,-18 17 0,17-17-16,1 0 15,0 0 1,-1 0 0,1 18-16,0-18 15,-1 0 1,1 18-16,0-18 15,-1 0-15,1 17 16,-1-17-16,19 0 16,-19 0-16,1 18 15,0-18-15,-1 0 32,1 0-17,-18 17-15</inkml:trace>
</inkml:ink>
</file>

<file path=ppt/ink/ink9.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0:39.62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23001 9454 0,'18'0'31,"-1"0"-15,1 0 0,0 0-1,17 0 1,-17 0-1,17 0 1,0 0-16,89 18 31,-89-18-15,124 18 15,-142-18-15,1 0-16,17 0 15,-17 0-15,-1 0 16,1 0-16,0 0 16,-1 0-16,1 0 15,0 0-15,-1 0 16,36 0-16,-18 0 16,-17 0-1,17 0-15,1 0 16,-19 0-16,36 0 15,0 0-15,-18 0 16,1 0-16,-1 0 16,-17 0-16,17 0 15,18 0-15,-18 0 16,-17 0-16,17 0 16,0 0-16,1 0 15,17 0-15,-1 0 16,19 0-1,35-18-15,-36 0 16,-17 18-16,0-17 16,53 17-16,-71 0 15,18 0-15,-18-18 16,18 18-16,-17 0 16,17-17-16,0 17 15,-18 0-15,0-18 16,18 18-1,-18 0-15,1 0 16,-1 0-16,18 0 16,0 0-16,53-18 15,-54 1-15,54 17 16,0-18-16,-35 18 16,-18-18-16,52 18 15,-16 0-15,34 0 16,89-17-16,17-19 15,71 19 1,-53-1-16,88-17 16,18 17-16,105-35 15,-87 53-15,-107 0 16,-70 0-16,36 0 16,-19 0-16,-122 0 15,-19 0-15,54 0 16,-72 0-16,-34 0 15,17 0-15,-17 0 16,0 0 0,-1 0-1,1 0-15,0 18 16,17-18 0,-17 18-1,-1-18-15,1 17 16,-1-17-1,1 18 1,0-18-16,-1 0 16,1 18-1,0-1-15,-1-17 16,1 18-16,17-1 16,0-17-16,-17 0 15,0 18-15,17-18 16,-17 18-16,52-18 15,1 0-15,-18 0 16,0 0-16,-18 0 16,53 17-16,-35-17 15,-18 18-15,1-18 16,-1 0 0,-35 18-1,17-18-15,1 0 16,0 0 15,-1 0-31,19 0 16,-1 0-16,-17 0 15,34 0-15,-16 0 16,-1 17 0,18-17-16,18 0 15,-1 0-15,-17 0 16,-18 0-16,-17 0 15,0 0-15,17 0 16,0 0-16,-17 0 16,-1 0-16,1 0 31,0 0-15</inkml:trace>
</inkml:ink>
</file>

<file path=ppt/ink/ink10.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0:56.98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1817 10442 0,'35'0'47,"-17"0"-47,35 18 16,-18-18-16,18 18 16,-36-18-16,36 17 15,18-17-15,17 18 16,-17-18-16,-18 17 15,-18-17-15,18 18 16,17-18 0,-34 18-16,17-18 15,17 0-15,-17 0 16,0 0-16,-18 0 16,36 0-16,-18 0 15,-18 0-15,0 0 16,-17 0-16,35 0 15,-18 0-15,0 0 16,1 0-16,-1 0 16,0 0-16,0 0 15,1 0-15,-1 0 16,18 0 0,-18 0-16,0-18 15,-17 18-15,17-18 16,18 18-16,-35-17 15,-18-1-15,35 18 16,-17-17 0,0 17 15,-1-18-15,-17 0-1,18 18-15,-1 0 78,1 0-62,0 0-16,-1 0 16,1 0-16,0 0 15,17 0 1,-17 0-1,17 0-15,-18 0 16,1 0-16,17 0 16,-17 0-16,17 0 15,-17 0-15,17 0 16,-17 0-16,0 0 31,-1 0-31,1 0 375,-1 0-359,1 0 15,0 0-31,-1 0 16,19 0-1,-19 0 1,19 0-16,-19 0 16,1 0-16,-1 0 15,19 0-15,-1 0 16,-17 0-16,-1 0 15,19 0-15,-1 0 16,18 0-16,0 0 16,-18 0-1,18 0-15,17 0 16,54 0-16,-36 0 16,53 0-16,-17 0 15,-54 0-15,54 0 16,-1 0-16,-35 0 15,36 0-15,-18 0 16,-1-17-16,-34 17 16,0 0-1,17-18-15,-18 18 16,71 0-16,-70 0 16,17 0-16,0-18 15,54 18-15,-54 0 16,-35 0-16,35 0 15,53 0-15,-35 0 16,-18 0-16,53 0 16,-70 0-16,70 0 15,-35 0-15,-18 0 16,53 0 0,-71 0-16,1 0 15,0 0-15,34 0 16,-34 0-16,-18 0 15,-18 0-15,36 0 16,-1 0-16,-17 0 16,0 0-16,18 0 15,52 0-15,-52 0 16,-1 0 0,1 0-16,35 0 15,-36 0-15,18 0 16,-17 0-16,-18 0 15,88 0-15,-88 0 16,35 0-16,-17 0 16,-18 0-16,17 0 15,36 0-15,17 0 16,-52 0-16,52 0 16,-70 0-1,18 0-15,70 0 16,-35 0-16,-36 0 15,1 0-15,70 18 16,-70-18-16,-54 0 16,36 0-16,0 0 15,-18 0-15,1 0 16,17 18 0,-18-18-16,18 0 15,35 17-15,18 1 16,17-18-16,-17 18 15,35-18-15,53 17 16,-53-17-16,53 18 16,18-18-16,-53 0 15,-18 0-15,0 0 16,-35 0-16,-53 0 16,0 0-16,0 0 15,-18 0 1,0 0-16,-17 0 15,17 0-15,-17 0 16,17 0 0,-17 0-16,17 0 15,18 0 1,0 0-16,-18 0 16,0 0-16,18 0 15,-18 0 1,18 0-16,-17 0 15,34 17-15,-34-17 16,16 0-16,-34 0 16,17 0-1,-17 18-15,0-18 16,-18 18-16,17-18 16,19 0-16,-19 0 15,18 0-15,1 0 16,17 0-1,0 17-15,-1-17 0,1 0 16,0 0 0,0 0-16,18 0 15,-18 0-15,17 0 16,1 0-16,-36 0 16,36 0-16,52 0 15,-70 0-15,35 0 16,18 0-16,-53 0 15,88-17-15,-70 17 16,105-18 0,-17 0-16,17 18 15,-70-17-15,-18 17 16,53 0-16,-70 0 16,-18 0-16,-18-18 15,-17 18-15,-1 0 16,1 0 15,0 0 0,-1 0-15,1 0 0,17 0-1,-17 0 1,-1 0-1,1 0 1,0 0-16,-1 0 16,19 0-1,-36 18-15,17-18 16,19 0-16,-19 0 16,1 0 15,-1 0 0,1 0-15,0 0 15,-1 0-15,19 0-1,-19 0 1,19 0-16,-19 17 15,18-17-15,1 18 16,17-18-16,-36 0 16,1 0-16,0 0 15,-1 0-15,1 0 16,0 0-16,-1 0 16,1 0-1,-1 0 1,1 0-1,0 0 1,-1 0 0,1 0 15,0 0 0,-1 0 0,1 0-31,0 0 16,-1 0 15,-17-18 157,18 18-173,-18-17-15,0-1 16,17 18 0,-17-17-1,0-1-15,0 0 32,0 1-32,0-1 15,0 0 1,0 1-1,0-1 1,0 0 15,0 1-31,0-1 32,0 0-1,0 1-16,0-1-15,0 1 16,-17 17 0,17-18-1,-18 18 1,1 0 15,-1 0 0,0 0-31,1-18 16,-1 18 0,0 0-16,-17 0 15,0-17-15,-18 17 16,-18 0-16,18 0 16,36 0-16,-1 0 15,0 0-15,1 0 31,-1 0-15,1 0-16,-1 0 16,0 0-1,1 0-15,-1 0 16,0 0-16,1 0 16,-19 0-16,1 0 15,0 0-15,17 0 16,-17 0-1,17 0-15,-17 0 0,17 0 16,1-18 0,-18 18-16,-1 0 15,1 0-15,0-18 16,-36 18-16,18-17 16,18 17-16,0 0 15,17 0-15,0 0 16,-17 0-16,0-18 15,0 18-15,17 0 16,-17-18-16,-1 18 16,19 0-1,-1 0-15,-17 0 16,0 0-16,17 0 16,0 0-1,1-17-15,-1 17 16,0 0-16,1 0 15,-19 0-15,19 0 16,-1 0 0,-17 0-16,17 0 15,1 0-15,-1 0 16,0 0-16,1 0 16,-1 0-16,0 0 15,-17 0 1,17 0-1,1 0-15,-18 0 16,17 0-16,-17 17 16,17-17 15,-17 18-15,17-18-1,0 0 1,1 18-16,-1-18 15,1 0 1,-1 0-16,0 17 16,-17-17-1,17 18-15,1-18 16,-19 0-16,-16 18 16,16-18-16,1 17 15,17-17-15,-17 0 16,0 0-16,17 0 15,-17 0 1,-36 0-16,1 0 16,-36 18-16,53-18 15,-35 0-15,35 0 16,18 0-16,17 0 16,-17 0-16,17 0 15,0 0 1,1 0-16,-1 0 15,-17 0-15,17 0 32,1 0-32,-1 0 15,0 0 1,1 0 0,-19 0-1,19 0-15,-36 0 16,18 0-16,-18 0 15,17 0-15,19 0 16,-1 0-16,0 0 16,1 0-1,-1 0-15,-17 0 16,17 0-16,-35 0 16,-17 0-16,17 0 15,35 0-15,-52 0 16,17 0-16,-18 0 15,-17 0-15,53 0 16,-36 0-16,-52 0 16,87 0-1,1 0-15,-18 0 16,36 0-16,-19 0 16,19 0-16,-1 0 15,-17 0 1,17 0-16,0-18 15,1 18 1,-36 0-16,18 0 16,-18 0-16,-18 0 15,36 0 1,17 0-16,1 0 16,-19 0-16,1 0 15,-53 0-15,53 0 16,-18 0-16,0 0 15,17 0-15,19 0 16,-18 0-16,-1 0 16,-17 0-16,0 0 15,18 0-15,-18 0 16,18 0-16,0 0 16,-18 0-1,17 0-15,1 0 16,0 0-16,-36 0 15,36 0-15,17 0 16,-17 0-16,-18-17 16,36 17-16,-19 0 15,1 0-15,0-18 16,17 18 0,-52 0-16,34 0 15,1 0-15,0 0 16,17 0-16,-17 0 15,17 0-15,-17 0 16,17 0-16,1 0 16,-1 0-1,0 0-15,1 0 16,-1 0-16,0 0 31,1 0-31,-1 0 16,-17 0-16,17 0 15,1 0-15,-19 0 16,19 0-16,-19 0 16,19 0-16,-54 0 15,36 0-15,-18 0 16,0 0-16,35 0 16,1 0-16,-1 18 15,-17-18-15,17 0 31,1 0-31,-1 0 16,-17 0-16,17 0 16,-17 0-1,-18 0-15,35 0 16,-17 0-16,17 0 16,-17 0-16,0 0 15,0 0-15,-36 17 16,18-17-1,18 0-15,-36 18 16,36-18-16,-36 18 16,18-18-16,-52 0 15,52 17-15,-88 1 16,70-1-16,18-17 16,-53 18-16,36 0 15,-1-18 1,18 0-16,0 17 0,18-17 15,0 0-15,-36 0 16,36 0 0,0 0-16,17 0 15,-17 0-15,17 0 16,-35 0-16,0 0 16,36 0-16,-19 0 15,19 0-15,-36 0 16,35 0-16,-88 0 31,89 0-31,-19 0 0,1 0 16,0 0-1,-18 0-15,18 0 16,-18 0-16,0 0 16,-18 0-16,36 0 15,-18 0-15,0 0 16,0 0-16,0 0 15,36 0-15,-19 0 16,19 0 0,-36 0-16,18 0 15,-36 0-15,36 0 16,-1 0-16,1 0 16,-35 0-16,-1 0 15,18 0-15,0 0 16,0 0-16,-17 0 15,52 0-15,-35 0 16,18 0-16,17 0 16,-17 0-16,17 0 15,-17 0 1,17 0-16,-17 0 0,0 0 16,0 0-1,-18 0-15,0 0 16,18 0-16,17 0 15,-17 0-15,-1 0 16,1 18-16,0-18 16,17 0-16,-17 0 15,-53 0-15,35 0 16,0 0 0,0 0-16,18 0 15,-36 18-15,18-18 16,18 0-16,0 0 15,-1 0-15,1 0 16,0 0-16,-18 0 16,18 0-16,-1 0 15,1 0-15,0 0 16,-1 0 0,1 17-16,-18-17 15,36 0-15,-72 0 16,37 0-16,-1 0 15,0 0-15,35 0 16,-17 0-16,0 0 16,-71 0-16,70 0 15,-17 0-15,18 0 16,-35 0 0,34 0-16,1 0 15,17 0 1,-17 0-16,18 0 15,-1 0-15,-53 0 16,18 0-16,0 0 16,-17 0-16,17 0 15,0 0-15,-17 0 16,-19 0-16,36 0 16,18 0-16,-18 0 15,18 0 1,0 0-16,-1 0 15,1 0-15,0-17 16,-18 17-16,0 0 16,18 0-16,17 0 15,-17 0-15,0-18 16,-18 18-16,17 0 16,1 0-16,0-18 15,-18 18-15,18 0 16,-1 0-1,1-17-15,-36-1 16,19 18 0,16 0-16,-17 0 15,-17 0-15,35 0 16,-124 0-16,124 0 16,-71 0-16,70 0 15,-16 0-15,34 0 16,0 0-1,-17-18-15,0 18 16,-1 0-16,-17 0 16,18 0-16,0 0 15,0 0-15,-1 0 16,-17 0-16,18 0 16,18 0-16,-1 0 15,0 0-15,1 0 16,-1 0-1,0 0 1,1 0 15,-1 0-15,0 0 0,1 0-16,-1 0 15,0 0-15,-17 0 16,18 0-16,-1 0 15,0 0-15,-17 0 16,17 0 0,1 0-1,-19 0 1,19 0 0,-1 0-1,1 0 1,-1 0-1,0 0 1,-17 0-16,17 0 16,-35 0 15,36 0-31,-1 0 16,-17 0-1,17 18 1,-17-18-1,17 0 1,1 0-16,-1 0 16,18 18-1,-18-18-15,18 17 16,0 1 0,-17 0-1,17-1 1,0 19-1,-18-19-15,18 1 16,0 17-16,-17-35 16,17 18-16,0-1 15,0 1 1,0 0 0,0-1 62,35 1-63,-35 0-15,17-18 16,19 17 0,-1 1-16,-17 0 15,17-18 1,0 0-16,0 17 15,1-17-15,17 18 16,17-18-16,-17 17 16,53-17-16,-53 0 15,17 0-15,-17 0 16,0 0-16,0 0 16,0 0-16,0 0 15,0 0 1,0 0-16,-18 0 15,18 0-15,-18 0 16,1 0-16,-1 0 16,0 0-16,0 0 15,1 0-15,17 0 16,-36 0-16,19 0 16,-1 0-16,18 0 15,-18 0 1,18 0-16,0 0 15,-18 0-15,0 0 16,36 0-16,-1 0 16,-17 0-16,36-17 15,-36 17-15,17-18 16,1 18-16,17-17 16,-18 17-16,19 0 15,-1-18-15,-35 18 16,70 0-1,-17-18-15,-18 18 16,36-17-16,-36 17 16,18-18-16,-53 18 15,35-18-15,-35 18 16,-18 0-16,0 0 16,18 0-16,35 0 15,-52 0-15,34 0 16,-17-17-16,18 17 15,17 0-15,-18 0 16,-17 0 0,18 0-16,17 0 15,-35 0-15,35 0 16,-17 0-16,-18 0 16,17 0-16,-17 0 15,35 0-15,1 0 16,34 0-16,-35 0 15,-35 0-15,53 0 16,0 0 0,-53 0-16,17 0 15,18 0-15,-35 0 16,0 0-16,18 0 16,-18 0-16,-18 0 15,18 0-15,0 0 16,17 0-16,36 0 15,-35 0-15,-1 0 16,1 0-16,35 0 16,-36 0-16,1 0 15,-1 0 1,1 0-16,-18 0 16,17 0-16,-17 0 15,0 0-15,0 0 16,0 0-16,18 0 15,17 0-15,0 0 16,53 0-16,-53 0 16,36 0-16,-54 0 15,89 0 1,-71 0-16,71 0 16,-35 0-16,-54 0 15,71 0-15,-53 0 16,36 0-16,-36 0 15,18 0-15,-53 0 16,35 0-16,0 17 16,36-17-16,-18 0 15,35 0 1,-53 0-16,-35 0 16,35 0-16,18 0 15,-36 0-15,-17 0 16,35 0-16,-17 0 15,0 0-15,-54 0 16,54 0-16,-1 0 16,-17 0-16,-17 0 15,16 0-15,19 0 16,-18 0 0,-35 0-1,17 0-15,-18 0 16,36 0-16,-17 0 15,-1 0-15,0 0 16,-17 0-16,52 0 16,-34 18-16,-19-18 15,1 0-15,0 0 16,-1 0 0,1 0 155,0 0-155,70 0-16,18-18 16,88 18-16,-53-17 15,17 17-15,1-18 16,176 18 0,-158-18-16,34 18 15,-34-17-15,-107 17 16,54 0-16,-54 0 15,-34 0-15,17 0 16,35 0-16,-53 0 16,53-18-16,-35 18 15,-18 0-15,18 0 16,-17 0 0,34-17-16,-35 17 15,18 0-15,18 0 16,-18 0-16,0 0 15,-18 0-15,18 0 16,35 0-16,-35 0 16,18 0-16,-18 0 15,-1 0-15,-16 0 16,-1 0 0,-17 0-16,17 0 15,-17 0-15,17 0 16,-18 0-16,36 0 15,0 0-15,-17 0 16,34 0-16,-17 0 16,18 0-16,52 0 15,-35 0-15,18 0 16,-53 0 0,18 0-16,-1 0 0,18 0 15,-35 0 1,0 0-16,-18 0 15,-17 0-15,17 0 16,-17 0-16,0 0 16,-1 0-1,1 0 1,0 0 0,-1-18-1,-17 0 48,-17 1-16,-1 17-47,-35-18 15,-18 0-15,1 18 16,-18 0-16,17 0 15,18 0-15,0 0 16,0 0 0,36 0-16,-36 0 15,0 0-15,0 0 16,0 0-16,-35 18 16,35 0-16,-18-18 15,1 17-15,17-17 16,-53 0-16,0 0 15,-17 0-15,17 0 16,53 0 0,0 0-16,-17 18 15,52-18-15,-17 0 16,17 0-16,-17 0 16,17 0-16,0 0 15,-17 0-15,0 0 16,0 0-16,17 0 15,0 0-15,-17 0 16,17 0-16,1 0 16,-1 0-1,-17 0 1,17 0-16,1 0 16,-1 0-16,-17 0 15,-1 0-15,19 0 16,-1 0-16,0 18 15,-17-18-15,0 0 16,0 17-16,-1-17 16,-17 0-16,36 18 15,-1-18 1,18 17-16,-17-17 16,17 18-1,0 0 16,0-1-31,0 19 16,0-19-16,0 1 16,17 0-16,1-1 15,-1 1 1,-17-1-16,18-17 16,0 18-16,-1-18 15,1 0-15,0 18 16,17-1-1,-17-17-15,17 0 16,0 0-16,0 0 16,1 0-16,-1 0 15,18-17-15,0-1 16,0 0-16,35-17 16,0-18-16,0 18 15,-35 17-15,53-17 16,-53 0-16,-18 35 15,18 0-15,0 0 16,0-18-16,-18 18 16,1 0-1,-1 0-15,18 0 16,-18 0-16,18 0 16,17 0-16,-34 0 15,-1 0-15,18 0 16,0 0-16,-18 0 15,0 0-15,-17 0 16,17 0 0,-17 0-16,17 0 15,1 0-15,-1 0 16,-18 0 0,19-17-16,-1 17 15,0-18-15,1 18 16,-19-18-16,19 1 15,-1 17-15,0-36 16,-17 19-16,17 17 16,0-18-1,-17 18 1,-18-18 0,18 18-1,-18-17-15,17 17 16,1 0-1,-1-18 1,1 18 0,0-18-1,-1 18-15,1 0 32,-18-17-32,0-1 15,0 1 48,0-1-32,-35 0-15,-1 1-1,1-1-15,-35 18 16,-19-18-16,19 1 15,-1 17-15,1 0 16,-18-18-16,17 18 16,18 0-1,-17 0-15,-1 0 16,-35 0-16,18 0 16,-71 0-16,89 18 15,-107-1-15,-17 1 16,18 0-16,-1-1 15,19 1-15,87-18 16,-17 0-16,53 0 16,-1 0-1,-17 0-15,-17 0 0,35 0 16,-71 0-16,-71-18 16,1 1-1,-194-1-15,140 0 16,1 18-16,-18 0 15,88-17-15,89 17 16,-36 0-16,0 0 16,53-18-16,18 18 15,-18 0-15,0 0 16,-70 0-16,52 0 16,0 0-1,-52 0-15,0 0 16,17 0-16,-18 0 15,18 0-15,18 0 16,0 0-16,35 0 16,-70 0-16,17 0 15,0 18-15,18-18 16,-53 0-16,70 0 16,18 17-1,-17-17-15,17 0 16,17 0-16,1 0 15,0 0-15,0 0 16,-1 0-16,-17 0 16,0 0-16,18 18 15,-18-18-15,36 0 16,-1 0-16,-17 0 16,-1 0-1,19 0 1,-18 0-16,-36 0 15,18 0-15,18 0 16,-1 0-16,-16 0 16,-1 0-16,17 0 15,1 0-15,17 0 16,-17 0-16,18 0 16,-19 0-16,1 0 15,-18 0-15,18 0 16,0 0-1,17-18-15,-17 18 16,-1 0-16,-17 0 16,1 0-16,34-17 15,0 17-15,-17 0 16,0 0-16,-1 0 16,19 0-16,-1 0 15,-17 0-15,0 0 16,-1 0-16,1 0 15,-36 0 1,36 0-16,-18 0 16,18 0-16,0 0 15,-18 0-15,17 0 16,1 0-16,18 0 16,-1 0-16,-17 0 15,-1 0-15,1 0 16,-35 0-1,-1 0-15,53 0 16,-17 0-16,0 0 16,17 0-1,1 0 1,-1 0-16,0 0 16,-17 0-16,-18 0 15,18 0 1,-18 0-16,0 0 15,-18 0-15,18 0 16,-35 0-16,53 0 16,-18 0-16,35 0 15,-34 0-15,16 0 16,19 0-16,-1 0 16,-35 0-16,18 0 15,-18 0 1,0 0-16,-18 0 15,-34 17-15,87-17 16,-53 18-16,18-18 16,18 0-16,-18 18 15,36-18-15,-19 0 16,19 0-16,-19 0 16,1 0-16,0 0 15,17 17 1,-17-17-16,-18 0 15,18 0-15,-1 18 16,1-18-16,-35 0 16,34 0-16,1 0 15,-35 18-15,34-18 16,-17 0-16,18 0 16,-18 0-16,18 0 15,-36 17-15,36-17 16,-18 0-16,-17 0 15,-54 18 1,36-18-16,17 17 16,-17-17-16,0 0 15,35 18-15,-35-18 16,17 0-16,1 0 16,17 0-16,0 0 15,-18 0-15,1 0 16,52 0-16,-17 0 15,0 0 1,-18 0-16,35 0 16,0 0-16,1 0 15,-36 0-15,35 0 16,-35 0 0,36 0-16,-19 0 15,19 0-15,-1 0 16,-17-18-1,17 18 1,-17 0-16,17 0 16,1 0-1,-36-17-15,17 17 16,-16 0-16,-37 0 16,-52 0-16,35 0 15,53 0-15,-88 0 16,35 0-16,36 0 15,-1 0-15,36 0 16,-53 0-16,53 0 16,-1 0-16,1 0 15,-18 17 1,18-17-16,-18 0 16,35 18-16,-35-18 15,36 0 1,-1 0-1,53 18 79,-17-18-94,17 0 16,36 0-16,-1 0 15,36 0-15,0 0 16,18 0-16,-1 0 16,-35 0-16,71-18 15,-106 18 1,0 0-16,53 0 16,-71-18-16,0 18 15,1 0-15,-1 0 16,-18 0-16,1 0 15,0 0 1,-1 0 0,1 0-1,0 0 1,-1 0-16,19 0 16,-1 0-16,0 0 15,53 0 1,-70 0-16,35 0 15,0 0-15,0 0 16,-36-17-16,1 17 16,17-18-16,-17 18 15,-1-17 1,1-1 0,0 18-16,-1 0 15,-17-18 1,18 18 78,0 0-63,-1-17-16,1 17-15,0 0 16,-1-18-16,19 18 16,-1 0-16,-18 0 15,1 0-15,17 0 16,-17-18-16,0 18 16,17 0-16,0 0 15,-17 0 1,-1 0-16,1 0 15,0 0-15,-1 0 16,19 0 0,-19 0-16,36 0 15,-17 0-15,16 0 16,1 18-16,-17-18 16,-1 0-16,0 0 15,18 0-15,18 0 16,-54 0-16,36 0 15,-35 0-15,-1 0 16,1 0 0,0 0-1,-18-18 110,-18 18-93,0 0-32,1 0 15,-18 0-15,17 0 16,-17 0-16,-1-17 15,-17 17-15,18 0 16,-18 0-16,18-18 16,-18 18-16,0 0 15,0 0-15,-35 0 16,17 0-16,19 0 16,-1 0-1,0 0-15,0 0 16,35 0-16,1 0 15,-19 0-15,19 0 16,-1 0-16,-17 0 16,-1 0-16,1 0 15,17 0-15,-34 0 16,16 0-16,1 0 16,0 0-16,-1 0 15,1 0 1,18 0-16,-19 0 15,1 0-15,-18 0 16,0 0-16,-17 0 16,17 0-16,17 0 15,-34 0-15,35 0 16,17 0-16,0 0 16,-17 0-16,17 0 15,1 0-15,-19 0 16,19 0-1,-18-18-15,-1 18 16,1-17-16,0 17 16,-18 0-16,35 0 15,1 0-15,-1 0 16,-17 0-16,17 0 16,0-18-1,-17 18 1,17 0-16,1 0 15,-1-17-15,-35 17 16,36 0-16,-19 0 16,19 0-1,-1 0 1,-17 0 0,17 0-1,-17 0 1,17 0-1,-17 0 1,17 0 0,1 0-1,-19 0-15,19 0 16,-1 0-16,-17 0 16,17 0-16,1 0 15,-19 0-15,19 0 16,-1 0-16,-17 17 15,17-17-15,-17 0 16,17 0 0,-17 0-16,0 0 15,-1 0-15,1 18 16,-18-18-16,0 17 16,0 1-16,0-18 15,-35 0-15,35 0 16,0 18-16,18-1 15,0-17-15,17 0 16,-17 18 0,17-18-16,1 0 15,-1 0-15,0 0 63,1 0-48,-1 0 1,0 0 0,1 0 15,-1 18-15,0-18-1,1 0-15,-1 0 16,1 0-16,-1 0 15,0 0 1,1 0 0,-1 0-1,0 0 17,18 17 14</inkml:trace>
</inkml:ink>
</file>

<file path=ppt/ink/ink11.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1:03.36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23001 9119 0,'18'0'32,"-1"0"-17,19 18 1,-1 0 0,18 17-1,-18-35-15,18 18 16,159 17-1,-142-35 1,71 17-16,-52-17 16,-19 0-16,-17 0 15,18 0-15,-18 0 16,17 0-16,36 0 16,17 0-16,-70-17 15,18-1-15,-36 18 16,18 0-16,-18 0 15,18-17 1,-35 17-16,17 0 16,18-18-16,-35 18 15,35 0-15,0-18 16,-18 18-16,0 0 16,0 0-16,1-17 15,-1 17-15,0-18 16,-17 18-16,35-18 15,-36 18 1,19 0-16,-19 0 16,1-17-16,17 17 15,-17-18-15,17 18 16,-17 0-16,35-18 16,-18 18-16,18 0 15,0 0-15,35-17 16,-17 17-16,-1 0 15,1 0 1,-18 0-16,0-18 16,-1 18-16,19 0 15,-18 0-15,0 0 16,0 0-16,17 0 16,1 0-16,17 0 15,0 0-15,-35 0 16,18 0-16,-1 0 15,-34 0-15,34 0 16,18 0-16,-35 18 16,35-18-1,-17 0-15,-18 17 16,0-17-16,0 0 16,0 0-16,52 18 15,-69-18-15,-1 0 16,18 0-16,0 0 15,-18 0-15,18 0 16,-18 0 0,18 0-16,0 18 15,0-18-15,18 0 16,-1 17-16,18-17 16,1 0-16,-19 0 15,-17 0-15,18 0 16,-18 18-16,52-18 15,-34 0-15,-18 0 16,0 18-16,-18-18 16,0 0-16,18 0 15,-18 17 1,71-17-16,-53 0 16,18 0-16,-1 0 15,-34 0-15,17 0 16,17 0-16,-35 0 15,1 0-15,-1 0 16,-17 0-16,17 0 16,0 0-16,-17 0 15,17 0-15,0 0 16,1 0 0,-1 0-16,-17 0 15,-1 0-15,36 0 16,-35 0-16,-1 0 15,19 0-15,-1 0 16,0 0-16,0 0 16,-17 0-16,35-17 15,-18 17-15,18-36 16,18 1-16,-18 35 16,0-18-1,17-17-15,54 0 16,-54-18-16,89 18 15,-36-1-15,36-17 16,-53 36-16,-71-1 16,1 18-16,16-17 15,-34 17-15,0 0 32,-1 0-32,-17-18 15,18 18-15,17 0 16,-17 0-1,17 0 1,0 0-16,-17 0 16,17 0-16,1 0 15,-1 0-15,18 0 16,0 0-16,0 0 16,17 18-16,-34-18 15,-19 0 1,1 0-16,17 17 15,-17-17-15,-1 0 16,19 0-16,-36 18 16,17-18-16,1 0 15,0 0 1,-1 17 0,-17 1-16,18-18 15,0 18 1,-1-18-1,-17 17 1,0 1 93,0 0-93,0-1 15,0 1 1,0 0-32,18-1 15,-1 18-15,19-17 16,-19 0-1,1-18-15,-18 17 16,18-17-16,-18 18 31,17-18-15,-34 0 93,-19 0-109,-17 0 16,-35-18-16,35 18 16,0 0-16,-17-17 15,35 17-15,-18 0 16,-18 0-16,1 0 15,-1 0-15,0 0 16,18 0-16,-35 0 16,53 0-16,-18 0 15,0 0 1,36 0-16,-19 0 16,1 0-16,-18 0 15,35 0-15,1 0 16,-1 0-16,1 0 15,-1 0 1,0 0 0,1 0-16,-1 0 15,0 0-15,-17 0 16,17 0 0,-34 0-16,34 0 15,-17 0-15,17 0 16,-35 17-16,18-17 15,17 0-15,-35 0 16,18 18-16,0-18 16,-18 18-16,-18-18 15,36 17 1,0-17-16,-1 0 0,1 0 16,0 0-1,17 0 1,0 0-16,1 0 15,-1 0-15,1 0 16,-1 18-16,0-18 16,1 0-16,17 18 15,0-1 48,17 1-48,1 0-15,17 17 16,18-18-16,-18 19 16,1-19-16,34 19 15,-17-1-15,0-17 16,0-1-16,0 18 16,35-17-16,-70-18 15,52 18-15,-34-18 16,-1 17-1,18-17-15,-18 0 16,0 18-16,1-18 16,-1 0-16,0 0 15,18 0-15,-18 0 16,18 0-16,-35 0 16,0 0-16,-1 0 15,1 0 1,-36 0 124,1 0-140,-19 0 16,-17 0-16,0 0 16,1 0-1,-19 0-15,-17 0 16,53 0-16,-18 0 16,-18 0-16,18 0 15,0 0-15,0-18 16,-17 18-16,-18-17 15,17 17-15,18 0 16,-53-18-16,36 18 16,17-18-16,17 18 15,-16-17-15,16 17 16,-17 0 0,0-18-16,1 18 15,-19 0-15,0-17 16,-34 17-16,52 0 15,-106 0-15,106 0 16,-88 0-16,70 0 16,18 0-16,0 0 15,18 0-15,18 0 16,-1 0 0,-17 0-16,17 0 15,-17 0 1,17 0-1,0 0-15,1 17 16,-1-17 0,1 0-1,17 18 1,-36-18 0,19 0-1,-1 17-15,0-17 16,-17 0-1,17 0-15,1 0 16,-54 0-16,36 18 16,-36-18-16,-17 18 15,53-18-15,0 0 16,-54 17-16,37-17 16,16 0-16,1 0 15,0 0-15,17 0 16,0 0-1,1 0 1,-18 0 0,17 0-1,-17 0 1,-1 0 0,1 0-16,0 0 15,-1 0-15,1 0 16,18 0-16,-19 0 15,19 0-15,-54 0 16,18 0 0,18 0-16,0 0 15,-1 0-15,19 0 16,-19 0-16,-16 0 16,34 0-16,-17 0 15,-1 0-15,-34 0 16,35 0-16,-1 0 15,1-17-15,0 17 16,17 0-16,-17 0 16,-1 0-16,-16 0 15,16 0 1,1 0-16,-36 0 16,36 0-16,0 0 15,0 0-15,-18 0 16,-36-18-16,37 18 15,34 0-15,-53 0 16,54 0-16,-19 0 16,36-18-16,-17 18 15,-18 0-15,-1 0 16,19-17 0,-1 17-16,-17 0 15,-36 0-15,18 0 16,0 0-16,0 0 15,18 0-15,-35-18 16,34 18-16,1 0 16,0 0-16,17 0 15,0 0-15,1 0 16,-1 0-16,-17 0 31,17 0-15,-17 0-16,0 0 15,17 0-15,-17 0 16,17 0-16,-17 0 16,0 0-16,-1 0 15,19 0-15,-36 18 16,35-18-16,-17 0 16,17 17-16,1-17 15,-19 0 1,19 18-1,-19 0 1,19-18-16,-19 0 0,-16 17 16,16 1-1,-17-18-15,18 0 16,17 0-16,1 18 16,-1-18-16,1 0 15,-1 0 1,0 17-16,-17-17 15,0 18-15,-18-18 16,18 0-16,-54 0 16,36 18-16,18-1 15,17-17-15,1 0 16,-1 0-16,1 0 16,-1 0 15,0 0-16,1 0 1,-1 0-16,-17 0 16,-1 0-1,19 0-15,-1 0 16,1 0-16,-1 0 16,0 0-16,-17 0 15,17 0-15,1 0 16,-1 0-1,0 0-15,1 0 16,-1 0-16,0 0 16,1 0-1,-1 0-15,1 0 16,-1 0 0,0 0 30,1 0 1,17 18 31</inkml:trace>
</inkml:ink>
</file>

<file path=ppt/ink/ink12.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1:15.64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26652 10530 0,'18'0'94,"0"0"-94,-1 0 16,19 0-1,-1 0-15,0 0 16,0 0-16,36 0 16,-36 0-16,36 0 15,52 0-15,1 0 16,-18 0-16,-18 0 16,-18 0-16,1 0 15,52 0-15,-52-17 16,52 17-16,-70 0 15,18 0 1,-1 0-16,-34 0 16,-1-18-16,53 18 15,-17 0-15,-18 0 16,17 0-16,-35 0 16,36 0-16,0 0 15,-19 0-15,1 0 16,0 0-16,0 0 15,-18-17-15,36 17 16,-18 0 0,-35 0-16,35 0 15,-1 0-15,-16 0 16,-1 0-16,0 0 16,18-18-16,-18 18 15,-17 0-15,17 0 16,1 0-16,-19 0 15,19 0 1,-19 0 0,19 0-16,-19 0 15,18 0-15,1 0 16,-1 0-16,-17 0 16,-1 0-16,36 0 15,-18 0-15,1 0 16,-1 0-16,36 0 15,-19 0-15,1 0 16,18 0-16,17 0 16,18 0-16,-71 0 15,71 0 1,-35 0-16,-18 0 16,17 0-16,1 0 15,-18 0-15,-18 0 16,0 0-16,-17 0 15,-1 0 1,1 0-16,17 0 16,-17 0-1,17 0 1,1 0-16,-19 0 16,36 18-16,-18-18 15,1 0-15,-1 0 16,-17 0-16,17 17 15,-18-17-15,36 0 16,-35 18-16,17-18 16,-17 0-16,35 0 15,-36 0-15,1 0 16,17 17-16,1-17 16,17 18-1,-36-18-15,19 0 16,-19 0-16,18 0 15,-17 0-15,0 18 16,17-18-16,-17 0 16,-1 0-16,1 17 15,0-17-15,-1 0 16,1 0-16,-1 0 16,1 0-16,0 0 15,17 18 1,-17-18-1,-1 0 1,1 0-16,0 0 16,-18 18-16,17-18 15,1 0-15,0 0 16,-1 0 15,1 0-15,-1 0-1,1 0 17,0 0-1,-1 0 0,1 0-31,0 0 31,-18-18 110,0 0-125,17 1-1,-17-1 1,0 0 0,0 1-1,0-1 1,0 1-1,0-1 1,0 0 0,18 18-1,-18-17-15,0-1 16,0 0 0,0 1-1,0-1 16,0 0 1,0 1-17,0-1 17,-18 18-1,18-18-16,-17 18 17,17-17-1,-18 17-15,0 0-1,18-18-15,-17 18 16,-1 0 15,0 0 0,1 0-15,17-17-16,-18 17 16,1 0-16,-1 0 15,0 0 1,1 0-1,-1 0 1,0 0-16,1-18 16,-1 18-1,0 0-15,-17 0 16,0 0-16,17 0 16,1-18-16,-19 18 15,19 0-15,-1 0 16,-17 0-16,17 0 15,0 0-15,1 0 16,-1 0-16,1 0 16,-1 0-1,-17 0-15,17 0 16,0 0-16,-17 0 16,17 0-16,1 0 15,-1 0-15,-17 0 16,17 0-16,1 0 15,-1 0-15,-35 0 16,18 0 0,17 0-16,-17 0 15,17 0-15,-17 0 16,17 0 0,1 0-1,-1 0-15,0 0 16,1 0-16,-1 0 15,-35 0-15,18 0 16,17 0-16,-17 0 16,17 0-16,1 0 15,-1 0-15,-17 0 16,17 0 0,1 0-1,-1 0-15,0 0 16,-17 0-16,0 0 15,17 0-15,0 0 16,-17 0-16,0 0 16,0 0-16,-1 0 15,1 0-15,0 0 16,-1 0-16,1 0 16,0 0-1,17 0-15,-52 0 16,34 0-1,1 0-15,0 0 16,17 0-16,-17 0 16,0 0-16,17 0 15,0 0-15,1 0 16,-19 0-16,1 0 31,18 0-15,-19 0-16,19 0 15,-19 0-15,19 0 16,-19 0-16,19 0 16,-1 0-16,1 0 15,-1 0-15,0 0 16,1 0-16,-1 18 16,0-18-1,1 0-15,-1 0 16,0 0-1,-17 0-15,0 0 16,17 0-16,1 0 16,-19 0-16,1 0 15,17 0-15,1 0 16,-19 0-16,-34 0 16,35 0-16,-89 0 15,89 0-15,-18 0 16,-53 18-1,53-18-15,18 0 16,17 0-16,1 0 16,-19 0-16,19 0 15,-1 0-15,0 0 16,-17 0 0,18 0-1,-19 0-15,19 0 16,-1 0-1,-17 0-15,17 0 16,0 0-16,1 0 16,-18 0-16,-1 0 15,1 0-15,17 0 16,-17 0-16,-18 0 16,18 0-16,0 17 15,-1-17-15,-17 0 16,36 0-16,-19 0 15,1 0-15,18 18 16,-1-18 0,-17 0-16,-1 0 15,-17 0-15,18 17 16,0-17-16,17 0 16,-17 0-16,17 18 15,1-18-15,-1 0 16,0 0-16,1 0 15,-19 18-15,19-18 16,-1 0 0,-17 0-16,17 0 15,1 0-15,-1 0 16,0 0 0,1 0-16,-1 0 15,0 0 1,1 0-1,-1 0-15,1 0 16,-1 0 0,0 0 15,1 0-15,-1 0-1,0 0 1,1 0-1,-1 0 1,0 0 0,1 0-1,-1 0-15,-17 0 16,17 0-16,1 0 16,-1-18-16,0 18 15,1 0-15,-1 0 47,0 0-16,1-18-15,-1 18 0,1 0-16,-19 0 15,1 0 1,17 0-1,1 0-15,-1 0 16,0 0-16,1 0 16,-1 0-16,0 0 15,-17 0-15,0-17 16,17 17-16,1 0 16,-19 0-16,19 0 31,17-18 203,0 1-78,17 17-46,-17-18-79,18 18-31,0 0 16,-18-18-16,17 18 15,1 0 1,-18-17 0,18 17-1,-1 0 32,1 0 0,-1 0-31,1 0-1,17 0 1,-17 0-16,0 0 15,-1 0-15,1 0 16,0 0 0,17 0-16,-17 0 15,-1 0-15,1 0 16,35 0-16,-36 0 16,19 0-1,-19 0 1,1 0-16,0 0 15,-1 0 1,1 0 0,-1 0-1,1 0-15,0 0 16,-1 0-16,1 0 16,0 0-16,-1 0 15,1 0-15,0 0 16,-1 0-16,1 0 15,-1 0 1,1 0-16,0 0 16,-1 0-1,1 0-15,0 0 16,-1 0-16,1 0 16,0 0-16,17 0 15,-18 0-15,1 0 16,17 0-16,1 0 15,-19 0-15,1 0 16,17 0-16,-17 0 16,0 0 15,-1 0-15,1 0-1,-1 0 1,1 0-1,0 0 1,-1 0 0,1 0-1,0 0 1,-1 0 0,1 0 15,0 0-31,-1 0 15,1 0 17,-1 0-17,1 0 32,0 0 16,-1 0-16,1 0-16,0 0 0</inkml:trace>
</inkml:ink>
</file>

<file path=ppt/ink/ink13.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1:23.64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27040 12718 0,'-17'-18'109,"-1"18"-93,-35 0-16,36 0 16,-19 0-1,1 0-15,0 0 16,-1 0-16,-52 0 0,35 0 15,0 0 1,18 0-16,-18 0 16,-17 0-16,34 0 15,-17 0-15,18 0 16,-71 0-16,36 0 16,17 0-16,18 0 15,-1 0 1,1 0-16,0 0 15,0 0 1,17 0-16,0 0 16,1 0-16,-19 0 15,1 0 1,17 0-16,1 0 16,-1 0-16,-17 0 15,17 0 1,1 0-16,-1 0 15,0 0 1,1 0-16,-1 0 16,0 0-16,1 0 15,-19 0-15,1 0 16,18 0-16,-1 0 16,-17 0-16,17 0 15,0 0-15,-17 0 16,17 0-16,1 0 15,-18 0-15,-1 0 16,-17 0 0,0 0-16,0 18 15,-35-18-15,18 0 16,17 0-16,0 0 16,0 0-16,0 0 15,18 0-15,-18 0 16,35 0-16,1 0 15,-1 0 1,0 0-16,1 17 16,-1-17-1,0 0-15,1 0 16,-1 0-16,1 0 16,-1 0-16,0 0 15,-17 0 1,0 18-16,-1-18 15,19 0-15,-19 18 16,1-18 0,0 0-16,17 0 15,1 0-15,-19 0 16,19 0-16,-1 0 16,-17 0-16,0 0 15,-18 0-15,17 0 16,-17 0-16,-35 0 15,35 0-15,-17 0 16,17 0-16,18 0 16,-18 0-16,35 0 15,-17 0 1,-1 0-16,19 0 16,-1 0-16,1 0 15,-19 0-15,19 0 16,-1 0-16,0 0 15,1 0 1,-1 0-16,18 17 16,-18-17-16,1 0 31,-1 0-31,1 0 16,-1 0-16,18 18 15,-35-18-15,17 0 16,0 0-16,1 0 15,-1 0-15,-17 17 16,17-17-16,-17 0 16,0 0-16,-1 0 15,-17 0 1,-35 0-16,-35 0 16,70 0-1,-18-17-15,36 17 16,0 0-16,-18 0 15,35 0-15,0 0 16,1 0-16,-1 0 16,1 0-16,-1 0 15,0 0 1,1 0-16,-1 0 16,0 0-1,1 0-15,-19 0 16,19 0-16,-18 0 15,17 0-15,-17 17 16,-18-17-16,0 0 16,0 0-16,18 0 15,-18 0-15,35 0 16,-17 0-16,-1 0 16,1 0-1,18 0-15,-1 0 16,0 0-1,1 0-15,-1 0 16,0 0-16,1 0 31,-1 0 47,0 0-31,1 0-31,17-17 0,0-1 30,-18 18-30,18-17 31,0-1-16,-17 18-31,17-18 16,0 1 15,-18-1-15,0 0-1,18 1 17,-17 17-17,17-18-15,-18 18 16,18-18-1,-18 18 1,1-17 0,17-1 31,0 1-1,0-1-14,0 0-1,0 1 0,17 17-15,-17-18-1,18 18 1,-18-18-16,18 18 0,-1 0 16,1 0-1,0 0 1,-1 0 0,1-17-1,-1 17 1,1 0-16,0 0 15,-1 0 1,1 0-16,0 0 31,-1 0-15,1 0-16,0 0 16,-1 0-1,18 0-15,1 0 16,-36-18-1,17 18-15,19 0 16,-19 0 15,1 0-31,0 0 16,-1 0-16,1 0 16,0 0-16,-1 0 15,1 0-15,-1 0 16,1 0-16,17 0 15,-17 0-15,0 0 16,17 0-16,18 0 16,-36 0-16,1 0 15,17-18 1,-17 18-16,0 0 0,17 0 16,-17 0-1,17 0-15,-18 0 16,19 0-16,-1 0 15,0 0-15,36 0 16,-36 0-16,-17 0 16,17 0-16,0 0 15,1 0 1,-1 0-16,0 0 16,0-17-16,1 17 15,-1 0-15,0 0 16,18 0-16,-18 0 15,18-18-15,-17 18 16,34-18-16,1 18 16,-36 0-16,18 0 15,0-17 1,0 17-16,-18 0 0,53-18 16,-52 18-1,16-17-15,-16 17 16,17 0-16,-18 0 15,0 0-15,0 0 16,1 0-16,-19 0 16,1 0-16,35 0 15,-35 0-15,17 0 16,-17 0-16,17 0 16,18 0-1,35-18-15,-35 18 16,-18 0-16,18 0 15,18 0-15,-18 0 16,35 0-16,-35 0 16,17 0-16,1 0 15,-36 0-15,18 0 16,17 0-16,-17 0 16,-17 0-16,17 0 15,-36 0 1,18 0-16,1 0 15,17 0-15,-18 0 16,-17 0-16,52 0 16,-35 0-16,1 0 15,17 0-15,-18 0 16,0 0-16,0 0 16,1 0-16,-1 0 15,-17 0 1,35 0-16,-18 0 15,0 0-15,0 0 16,1 0-16,-1 0 16,0 0-16,1 0 15,-1 0-15,-18 0 16,19 0-16,-1 0 16,-17 0-16,-1 0 15,1 0-15,17 0 16,0 0-16,18 0 15,0 0 1,-17 0-16,-19 0 16,18 0-16,1 0 0,-1 0 15,0 0 1,-17 0-16,17 0 16,18 18-16,-35-18 15,17 0-15,0 0 16,18 0-16,-17 0 15,-1 0-15,-18 0 16,1 17 0,0-17-16,17 0 15,-17 0-15,-1 0 16,1 0-16,0 0 16,-1 0-1,1 0 1,0 0 187,-18 18-203,17-18 0,1 17 16,-1-17-1,1 18-15,17-18 16,-17 0-16,0 18 15,17-1-15,-17-17 32,-36 0 93,0 0-110,1-17 1,-1 17 0,-17 0-1,17 0 1,0 0-16,-17 0 15,18 0 1,-19 0 0,19 0-1,-1 0-15,0 0 16,1 0-16,-1 0 16,0-18-16,1 18 15,-1 0-15,0 0 16,-17 0-16,0 0 15,0 0 1,-1 0-16,1 0 16,-18 0-16,18 0 15,0 0 1,-1 0-16,1 18 16,0-18-16,17 0 15,0 0-15,-17 0 16,18 0-16,-19 0 15,19 17 1,-1-17-16,0 0 16,-17 0-16,17 0 15,1 0 1,-36 0-16,0 18 16,18-18-16,-18 0 15,18 18-15,-18-18 16,-18 17-16,1-17 15,17 18-15,17-18 16,-17 0-16,0 0 16,18 0-16,-35 18 15,-1-18 1,1 17-16,17-17 0,0 0 16,0 18-1,0-18-15,-18 0 16,18 0-16,18 0 15,-18 0-15,0 0 16,0 0-16,0 0 16,-17 0-16,-36 0 15,36 0-15,17 0 16,-18 0-16,-52 18 16,34-1-16,1-17 15,53 0 1,-18 0-16,18 0 15,-1 0-15,19 0 16,-36 0-16,0 0 16,0 0-16,0 0 15,0 0-15,0 0 16,-17 0-16,17-17 16,-35 17-1,52-18-15,19 18 16,-1 0-16,0 0 15,1 0-15,-1 0 16,1 0 0,-1 0-1,0 0 1,1 0 0,-1 0-1,0 0 1,1 0-16,-1 0 15,0 0 1,1 0-16,-1 0 16,-17 0-16,17 0 15,1 0-15,-19 0 16,1 0-16,17 0 16,-17 0-16,-35 0 15,17 0-15,0 0 16,-18 0-1,-35 0-15,36 0 16,-1 0-16,-17 0 16,35 0-16,-35 0 15,53 0-15,-18 0 16,35 0-16,0 0 16,1 0-1,-1 0 16,1 0 63,17 18-31</inkml:trace>
</inkml:ink>
</file>

<file path=ppt/ink/ink14.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1:46.87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28910 11501 0,'18'0'31,"-18"17"-15,17-17-1,1 18 1,17-1 0,1 1-1,-19 0-15,19-1 16,-1-17-16,18 36 15,-18-36-15,0 17 16,18 1-16,0 0 16,0-1-16,-35 1 15,17-18-15,0 0 16,18 18 0,18-1-16,-36-17 15,-17 0-15,17 0 16,0 0-16,0 0 15,-17 0 1,17 0-16,1 0 16,-19 0-16,1 0 15,0 0-15,-1 0 16,1 0-16,-1 0 31,1-17-15,0-1-16,-1 0 15,-17 1 1,36-1 0,-36 0-16,0 1 15,17-1-15,-17-35 16,0 35 0,0-17-16,0-18 15,-17 0-15,-1 18 16,-17 17-16,35-34 15,-36 34-15,19 0 16,-18-17-16,35 17 16,-36-17-1,1 17-15,0 1 16,17-1-16,-35 0 16,18 1-16,0-1 15,-1 18-15,1 0 16,-18-17-16,0 17 15,0 0-15,0 0 16,-17 0-16,17 0 16,18 0-16,-18 35 15,17 0 1,1-17-16,18-1 16,-1 1-16,18 0 15,-18-18-15,18 17 16,0 1-16,0 0 15,0-1-15,0 19 16,0-19-16,0 1 16,0 17-16,18-17 15,0 17-15,-1-35 16,1 35-16,-1-35 16,36 18-1,-35 0-15,17-18 16,1 0-16,-1 0 15,18 0-15,-18 0 16,18-36-16,-18 1 16,36 0-16,-54 35 15,1-36-15,17 36 16,-17-17-16,0-1 16,-1 18-1,-17-17-15,18 17 16,0-18-1,-18 0 1,0 1 47,-18 17-48,0 0 1,-17 0-16,-36 0 15,19 0-15,-19 0 16,18 17-16,-123 36 31,123-35-31,17-18 16,1 0-16,18 17 16,-19-17-16,19 18 15,-1-18-15,0 0 16,1 0-16,-1 18 15,0-18 1,18 17-16,0 1 63,18 0-32,0-18 0,-54-18 63,19 0-79,-36-17 1,35 17 0,18 1-1,0-1 1,0 1 0,0-1-1,0 0 1,18 18-16,-18-17 15,0-1 1,0 0-16,17 18 94,1 0-79,0 0 1,-1 0 0,1 0-1,0 0-15,-1 18 16,19 0 0,-19-18-1,1 17-15,17 1 16,0 0-16,1-1 15,-1-17 1,-17 0-16,35 35 16,-18-35-16,18 18 15,-18-18-15,18 18 16,-18-1-16,18 1 16,-18-18-16,1 18 15,-1-18 1,-17 0-16,-1 17 15,1-17 1,-18 18 93,0 0-93,0-1 0,18-17-1,-18 18 17,0-1 30,-18-17-46,-35 0-1,0 0-15,18 0 16,0 0-16,-1 0 16,-17-17-16,18-1 15,-18 1-15,0-1 16,36 18-16,-19-18 15,1 1-15,0 17 16,-1-18-16,19 0 16,-18 1-16,17 17 15,0-18 1,-17 18-16,17 0 16,18 35 93,0 1-93,0 17-16,0-18 15,0 0-15,0 0 16,0-17-16,0 17 15,0-17 1,-17-18 0,17 18-16,0-1 15,0 1 142,17 0-142,-17-1-15,36 1 16,-19-1-16,1 1 15,0 0-15,17 17 16,-18-35-16,19 35 16,17-17-1,-18 0-15,0-1 16,-17 1-16,17-18 16,0 0-16,1 0 15,-19 0-15,1 0 16,0-35-1,-1 17 1,-17-17-16,18-18 16,0 17-1,-18 1-15,0 18 16,17-19-16,-17 19 16,0-1-16,0 0 15,18 1-15,-18-1 16,0-17-16,0 17 15,17 0-15,1-17 16,0 18-16,-18-1 16,17 0-16,19 1 31,-36-1-31,17 18 16,1-18-16,17 1 15,0 17-15,-17 0 16,17-18-16,-17 18 15,17 0-15,18 0 16,-18 0-16,1 0 16,-1-18-1,-17 18-15,-1 0 32,1 0-32</inkml:trace>
</inkml:ink>
</file>

<file path=ppt/ink/ink15.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1:58.07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5045 14146 0,'0'-17'32,"17"17"15,1 0-16,0 0-16,17 0 1,0 0-16,-17 0 16,17 0-16,18 0 15,0 0 1,0 0-16,-18-18 16,18 18-16,18 0 15,-18 0-15,35 0 16,-53 0-16,18 0 15,17-18-15,-52 18 16,17 0-16,1 0 16,-1 0-16,0 0 15,0 0-15,18 0 16,-17 0-16,34 0 16,-34 0-1,-1-17-15,71 17 16,-53 0-16,17 0 15,18 0-15,-17-18 16,-1 18-16,19 0 16,-1-17-16,35 17 15,-52 0-15,35-18 16,-36 18-16,1 0 16,-1 0-16,36-18 15,-35 18-15,-1-17 16,1 17-1,35 0-15,35-18 16,-71 18-16,1-18 16,-1 18-16,107 0 15,-107-17-15,19 17 16,34 0-16,-17-18 16,17 18-16,36-18 15,-71 18 1,36 0-16,-54 0 15,71 0-15,-35 0 16,-53 0-16,35 0 16,-35 0-16,-17 0 15,-1 0-15,0 0 16,0 18-16,1-18 16,-19 0-16,19 0 15,-19 0-15,54 0 16,-18 0-16,-18 0 15,0 0-15,18 0 16,0 18 0,18-18-16,-1 17 15,1-17-15,17 0 16,53 0-16,-53 0 16,36 18-16,-1-18 15,-35 0-15,36 0 16,-1 0-16,71 0 15,-70 0-15,-1 0 16,71 0 0,-53-18-16,-17 18 15,-18-17-15,35 17 16,18-18-16,-89 0 16,124 18-16,-141 0 15,106 0-15,-89-17 16,107 17-16,-71 0 15,-1 0-15,107-18 16,-88 18-16,-19 0 16,19 0-1,17 0-15,18 0 0,-36 0 16,-52 0 0,52 0-16,-52 0 15,70 0-15,-18 0 16,-70 0-16,71 0 15,-54 0-15,19 0 16,-19 18-16,-17-18 16,18 0-1,-1 17-15,-17-17 16,18 0-16,-18 0 16,17 18-16,-17-18 15,35 0-15,-17 0 16,-18 0-16,17 0 15,54 0-15,-36 0 16,-18 0-16,-17 0 16,18 0-16,52 0 15,-52 0-15,-18 0 16,17 0 0,1 0-16,70 0 15,-53 0-15,0 0 16,-52 0-16,34 0 15,-17 0-15,0 0 16,0 0-16,0 0 16,35 0-16,-17 0 15,35 0 1,-71 0-16,71 0 16,-36 0-16,1 0 15,88 18-15,-1-1 16,-70-17-16,124 36 15,-71-36-15,36 0 16,70 17-16,-53 1 16,-71-18-16,71 18 15,-35-18-15,53 17 16,123 1-16,-159-1 16,36-17-1,-1 18-15,-17 0 16,0-18-16,18 17 15,-106-17-15,141 0 16,-141 0-16,17 0 16,1 0-16,-18 0 15,-1 0-15,-52 0 16,0 0-16,35 18 16,-35-18-16,18 0 15,-1 0 1,36 0-16,0 0 15,0 0-15,-18 0 16,36 0-16,-72 0 16,54 18-16,18-18 15,52 0-15,-123 0 16,106 0-16,0 0 16,-18 0-1,-53 0-15,88 0 0,-88 0 16,124 0-1,-71 0-15,71 0 16,-18 0-16,-35 0 16,-1 0-16,-16 0 15,-54 0-15,71 0 16,-18 0-16,-53 0 16,-18 0-16,19 0 15,-54 0-15,18 0 16,0 0-16,-18 0 15,0 0-15,18 0 16,-18 0 0,1 0-16,-19 0 15,36 0-15,53 0 16,-71 0-16,18 0 16,35 0-16,-35 0 15,-17 0-15,-1 0 16,0 0-16,1 0 15,-1 0 1,18 0-16,0 0 16,-18 0-16,18 0 15,0 0-15,0 0 16,17 0-16,71-18 16,-52 18-16,16 0 15,-16 0-15,-37 0 16,37 0-16,-1 0 15,-18 0-15,72-35 16,-1 35-16,-71 0 16,54 0-1,-54 0-15,18 0 16,1 0-16,52 0 16,-71 0-16,1 0 15,-1 0-15,1 0 16,-1 0-16,-17 0 15,-17-18-15,17 18 16,-18 0-16,0 0 16,0-18-16,1 18 15,-1 0 1,0 0-16,36 0 16,-18 0-16,-18-17 15,0 17-15,36 0 16,-53 0-16,17 0 15,0 0-15,0 0 16,-17 0-16,17 0 16,-17 0-16,17 0 15,-17 0 1,-1 0 0,1 0-16,0 0 15,17 0 1,-17 0-1,-1 0-15,1 0 16,0 0 0</inkml:trace>
</inkml:ink>
</file>

<file path=ppt/ink/ink16.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12.48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1834 15134 0,'18'0'94,"17"0"-94,18 0 15,53-17-15,-35 17 16,105-18-16,-88 18 16,71-18-16,17 18 15,1-17-15,-36 17 16,-35-18-16,17 18 16,1-18-16,-89 18 15,71 0 1,-53 0-16,35 0 15,-18 0-15,-17 0 16,18 0-16,35 0 16,-36-17-16,1 17 15,-18 0-15,0 0 16,-18 0-16,0 0 16,1 0-16,-1 0 15,0 0 1,0 0-16,-17 0 15,17 0-15,1 0 16,-1 0-16,-18 0 16,36 0-16,-17 0 15,-1 0-15,0 0 16,18 0-16,-35 0 16,17 0-16,18 0 15,-35 17-15,-1-17 16,1 0-16,0 0 15,-1 0-15,1 0 16,-1 0 0,19 18-16,-1-18 15,0 18-15,1-18 16,16 0-16,1 0 16,0 0-16,-17 0 15,17 0-15,17 0 16,1 17-16,-36-17 15,18 0-15,0 0 16,17 0 0,1 0-16,17 0 15,-17 0-15,70 0 16,-35 0-16,-1 0 16,19 0-16,-1 0 15,1 0-15,-36 0 16,53 0-16,53 0 15,-53 0-15,-35 0 16,35 0 0,53 0-16,-70 0 15,-36 0-15,18 0 16,35 0-16,-35 0 16,17 0-16,-52 0 15,34 0-15,-16 0 16,17 0-16,-18 0 15,-35 0-15,17 0 16,54 0 0,-18 0-16,-18 0 0,18 0 15,-36 0 1,18 0-16,-35 0 16,-18 0-16,18 0 15,0 0-15,0 0 16,18 0-16,-18 0 15,70 0 1,-70 0-16,18 0 16,-36 0-16,0 0 15,0 0 1,1 0-16,17 0 16,-18 0-16,18 0 15,-18 0-15,18 0 16,18 0-16,-36 0 15,18 0-15,0 0 16,-36 0-16,19 0 16,-1 0-16,-17 0 15,34 0-15,-34 0 16,0 0 0,-1 0-16,19 0 15,-1 0 1,0 0-16,-17 0 15,-1 18-15,1-18 16,17 0-16,-17 0 16,17 0-16,-17 0 15,35 0-15,-35 0 16,-1 0-16,1 0 16,-1 0-16,1 0 31,0 0-31,-1 0 15,1 0 1,0 0-16,-1 0 16,1 0-1,0 0 1,-1 0 15,1 0-15,-1 0 15,1 0 94,0 0 31,-1 0-124,1 0 46,0 0-63,-1 0 17,1 0-32,0 0 15,-1 0 1,1 0-16,0 0 15,34 0 1,-34 0-16,0 0 16,35 0-16,0 0 15,-18 0-15,18 0 16,17 0-16,1 0 16,-1 0-16,19 0 15,34 0 1,-17 0-16,-36 0 15,19 0-15,-19-18 16,71 18-16,-52 0 16,69 0-16,19-17 15,-36 17-15,70 0 16,19 0-16,-54 0 16,-35 0-1,106 0-15,-70 0 16,-36 0-16,53 0 15,-53 0-15,18 0 16,52 0-16,-70 0 16,-35 0-16,35-18 15,-53 18-15,36 0 16,-71 0-16,70 0 16,-52 0-16,-1 0 15,-17 0 1,18 0-16,-18 0 15,0 0-15,17 0 16,36 0-16,0 0 16,70 0-16,-35 0 15,-70 0-15,158 0 16,-105 0-16,87 0 16,19 0-16,-19 18 15,-87-1-15,176 1 16,-89 0-16,19-18 15,-89 17 1,141-17-16,-158 18 16,-1-18-16,-52 0 15,-36 0-15,0 0 16,0 17-16,1-17 16,-1 0-16,0 0 15,18 0-15,0 0 16,-35 0-16,17 0 15,18 0 1,-35 0-16,17 0 16,0 18-16,0-18 15,18 0-15,0 0 16,18 0-16,-1 0 16,19 0-16,-19 0 15,1 0-15,-1 0 16,18 0-16,-35 0 15,-17 0-15,16 0 16,-34 0 0,17 0-16,1 0 0,-19 0 15,36 0 1,-35 0-16,17 18 16,0-18-16,18 0 15,0 0-15,53 0 16,0 0-16,0 0 15,0 0-15,17 0 16,-17 0-16,17 0 16,-17 0-16,0 17 15,0-17 1,-53 0-16,17 0 16,1 0-16,-1 0 15,-17 0-15,0 18 16,53-18-16,-71 0 15,1 0-15,-1 0 16,0 0-16,-17 0 16,17 0-16,18 0 15,-35 0 1,17 0-16,36 0 16,-1 0-16,1 0 15,34 0-15,-34 0 16,88 0-16,-106 0 15,53 0-15,-36 0 16,71 0-16,18 0 31,-106 0-31,0 0 0,0 0 16,-36 0 0,19 0-16,-1 0 15,0 0-15,0 0 16,-17 0-16,17 0 15,36 0 1,-53 0-16,17 0 16,-18 0-16,36 0 15,-35 0-15,17 0 16,18 0-16,-17 0 16,16 0-1,19 0-15,-18 0 16,53 0-16,0 0 15,-71 0-15,35 0 16,19 0-16,-19 0 16,54 0-16,-71 0 15,52 0-15,-52 0 16,106 18-16,-53-18 16,-36 0-1,72 0-15,-1 0 16,-53 0-16,-35 0 15,70 0-15,-70 0 16,18 0-16,-1 0 16,-17 0-16,0 0 15,0 0-15,53 0 16,-18 0 0,88 0-16,-17 0 0,-18 0 15,0 0 1,-88 0-16,88 0 15,-35 0-15,18 0 16,-54 0-16,-34 0 16,16 0-16,-16 0 15,-19 0-15,36 0 16,-17 0-16,-1 0 16,0 0-16,-17 0 15,17 0-15,18 0 16,35 0-16,18 0 15,-18 0 1,142 0-16,-125 0 16,89-18-16,0 18 15,-17-18-15,-18 1 16,35-1-16,-71 18 16,1-18-16,-54 18 15,-17-17-15,-18 17 16,-17 0-1,0 0-15,-18-18 16,17 18-16,1 0 16,-1 0 171,1 0-156,0 0-15,-1 0 0,1 0-16,0 0 31,-1 0-31,1 0 31,0-17-15,-1 17-1,1 0 1,17 0-16,-17 0 16,17 0-1,-17-18-15,-1 18 16,1 0-16,0 0 16,-1 0-16,1 0 15,17-18-15,-17 18 16,17 0-16,-17 0 15,-1 0 1,1 0 0,0 0-16,-1 0 31,1 0 16,0 0-16,-1 0 16,1 0-31,-1 0-1,1 0 1,0 0-1,-1 0 1,1 0-16,0 0 16,-1 0-1,19 0 1,-19-17 0,-17-1-1,18 18 32,-18-18-16,18 18 266,-1 0-281,1 0-16,52 0 15,-17 0-15,0 0 16,0 0-16,-35-17 16,17 17-1,-17 0-15,-18-18 94,0 0 78,-18 18-156,0 0-16,1 0 15,-19 0-15,1 0 16,18 0-16,-1 0 15,-17 0-15,-18 0 16,17 0-16,-16 0 16,16-17-16,1 17 15,0 0 1,-18 0-16,17-18 16,-16 18-16,34 0 15,0-18-15,-17 18 16,0 0-16,17 0 15,0 0-15,-17 0 16,18 0-16,-1 0 16,0-17-16,-35 17 15,36 0 1,-19 0-16,19-18 16,-19 18-16,1 0 15,0 0-15,17 0 16,-17 0-16,-18 0 15,35-17-15,-17 17 16,0 0-16,0 0 16,-1 0-16,-17 0 15,18-18-15,-18 18 16,36 0 0,-19 0-16,1 0 15,-18 0-15,18 0 16,0 0-16,17 0 15,0 0-15,-17 18 16,17-18-16,-17 0 16,17 0-16,-34 17 15,34-17-15,0 0 16,-17 18-16,17-18 16,-17 0-1,-35 0-15,52 0 16,-17 0-16,-18 0 15,0 0-15,-53 0 16,18 0-16,17 0 16,-35 0-16,1 0 15,-19 0-15,89 0 16,-53 0-16,35 0 16,17 0-1,1 0-15,17 0 16,-17 0-16,18 0 15,-1 17 1,0-17 0,1 0-1,17 18-15,-18-18 16,0 0 15,-17 0-15,0 0-16,17 18 15,-52-18-15,17 17 16,0-17-16,0 0 16,0 0-16,-18 0 15,1 0-15,17 0 16,-53 18-16,53-18 16,0 0-16,0 0 15,18 0-15,17 0 16,-17 0-1,18 0-15,-19 0 16,1 0-16,17 0 16,-17 0-16,0 0 15,-1 0-15,19 0 16,-1 0 0,1 0-16,-1 0 15,-17 0 1,-1 0-1,1 0 1,17 0-16,-17 0 16,-18 0-16,-17 0 15,34 0-15,-17 0 16,-17 0-16,-1 0 16,-34 0-16,69 0 15,-34 0-15,17 0 16,18 0-16,-36 0 15,36 0 1,-1 0-16,-16-18 16,-1 18-16,0 0 15,0 0-15,0 0 16,0 0-16,-35 0 16,35 0-16,-18 0 15,1 0-15,-19 0 16,1 0-16,35 0 15,-52 18-15,34 0 16,36-18 0,-106 0-16,88 17 15,-18-17-15,-52 18 16,87-18-16,-17 0 16,18 0-16,0 18 15,0-18-15,17 0 16,-17 0-16,17 0 15,-17 0-15,17 0 16,-52 0-16,17 0 16,0 0-1,35 0-15,-17 0 16,-18 0-16,18 0 16,-1 0-16,1 0 15,-18 0-15,18 0 16,-18 0-16,18 0 15,-18-18-15,-18 18 16,1 0-16,-1 0 16,18 0-16,0 0 15,0 0 1,0-18-16,1 18 16,-1 0-16,17-17 15,-17 17-15,1-18 16,34 18-16,-88 0 15,71 0-15,-71 0 16,18 0-16,0 0 16,-18 0-16,53-18 15,-18 18-15,-52 0 16,52 0-16,18-17 16,-17 17-1,17 0-15,-35 0 16,-36 0-16,1-18 15,34 18-15,-69 0 16,-36 0-16,0 0 16,35 0-16,-35 0 15,88 0-15,-35 0 16,0 0-16,0 0 16,17 0-1,71 0-15,-17 0 16,-36 0-16,35 0 15,1 0-15,17 0 16,0-18-16,18 18 16,-18 0-16,35 0 15,-17 0-15,-18 0 16,18 0-16,-1 0 16,19 0-1,-1 0-15,-35 0 16,18 0-16,17 0 15,-17 0-15,0-17 16,-1 17-16,19 0 16,-18 0-16,17 0 15,-35 0-15,18 0 16,-36-18-16,36 18 16,0-17-16,-1 17 15,-17 0 1,18 0-16,-88 0 15,52 0-15,1 0 16,-72 0-16,19 0 16,52 0-16,-70 0 15,53 0-15,53 0 16,0 0-16,-1 0 16,19 0-16,-1 0 15,-17 0-15,17-18 16,-17 18-1,0 0-15,-1 0 16,1 0-16,-18 0 0,18 0 16,0 0-1,-1 0 1,1 0-16,17 0 16,1 0-16,-19 0 15,-16 0-15,16 0 16,-17 0-1,18 0-15,0 0 16,-18 0-16,18 0 16,-18 0-16,17 18 15,-34-18-15,-1 0 16,18 0-16,-35 0 16,-35 0-16,-71 0 15,35 0-15,53 0 16,18 0-16,-36 0 15,54 0 1,35 0-16,-1 0 0,1 0 16,-36 0-1,36 0-15,-18 0 16,0 0-16,18 0 16,-71 0-16,53 0 15,-35 0-15,18 0 16,-1 0-16,18 0 15,18 0-15,0 0 16,-1 0-16,-17 0 16,18 0-1,17 0-15,1 0 16,-1 0-16,1 0 16,-1 0-16,-17 17 15,17-17-15,-17 0 16,-1 0-16,-17 18 15,18-18-15,0 0 16,0 0-16,17 0 16,0 0-16,-17 0 15,17 0-15,1 0 16,-18 17 0,17-17-16,0 0 15,-17 0-15,0 0 16,-18 18-16,0-18 15,-71 18-15,19-1 16,-54-17-16,-35 18 16,-36-18-16,72 0 15,-54 18-15,0-18 16,36 17 0,17-17-16,18 0 15,-71 0-15,89 0 16,17 0-16,0 0 15,36 0-15,17 0 16,18 0-16,17 0 16,-17 0-16,-1 0 15,1 0-15,17 0 16,-17 0 0,18 0-16,-36 0 15,35 18-15,0-18 16,-35 0-16,36 0 15,-1 0-15,1 0 16,-1 0-16,0 0 16,1 0-16,-1 0 15,0 0 1,-17 0 0,17 0-16,-17 0 15,0 0-15,0 0 16,-1 0-16,1 0 15,0 0-15,17 0 16,-35 0-16,36 0 16,-1 0-16,0 0 15,-35 0-15,36 0 16,-1 0-16,-17 0 16,0 0-1,17 0-15,0 0 16,1 0-16,-19 0 15,1 0-15,17 0 16,-17 0-16,0 0 16,0 0-16,-18 0 15,0 0-15,0 0 16,0 0-16,0-18 16,18 18-16,-1 0 15,1 0 1,0-17-16,0 17 15,-1 0-15,19 0 16,-19 0-16,19 0 16,-36 0-16,18 0 15,-1 0-15,-17 0 16,0 0-16,-17 0 16,-18 0-16,35 0 15,-18 0-15,36 0 16,-18 0-1,18 0-15,-18 0 16,0 0-16,18 0 16,-1 0-16,19 0 15,-1 0-15,0 0 16,-17 0 0,0 0-1,0 0-15,17 0 16,-17 0-16,-1 0 15,-16 0-15,-1 0 16,-18 0 0,18 0-16,18 0 15,-18 0-15,35 0 16,-17 0-16,0 0 16,-1 0-16,1 0 15,18 0-15,-1 0 16,0 0-16,1 0 15,-1 0-15,0 0 16,-17-18 0,0 18-1,17 0-15,-52-18 16,34 18-16,1 0 16,-36 0-16,1 0 15,-1 0-15,36 0 16,-18 0-16,0-17 15,36 17-15,-19 0 16,19 0-16,-1 0 16,-17 0-16,17 0 31,1 0-31,-1 0 16,-35-18-16,0 0 15,0 18-15,18-17 16,17 17-16,-35 0 15,-53 0-15,54-18 16,-19 1-16,0 17 16,1-18-16,-18 18 15,35 0 1,-18-18-16,1 18 16,34 0-16,-17 0 15,-17 0-15,35 0 16,-1 0-16,1 0 15,-18 0-15,36 0 16,-19 0-16,-17 0 16,36 0-16,-54 0 15,36 0-15,-18 0 16,-88 0 0,106 0-16,-18 0 15,0 0-15,17 0 16,1 0-16,18 0 15,-19 0-15,1 0 16,17 0-16,1 0 16,-19 0-16,1 0 15,0 0-15,0 0 16,17 0 0,0 0-16,1 0 15,-1 0-15,0 0 16,-17 0-1,0 0-15,17 0 16,1 0-16,-19 0 16,19 0-1,-36 0-15,17 0 16,19 0-16,-18 0 16,17 0-1,-53 0-15,18 0 16,1 0-16,-90 0 15,54 0-15,35 0 16,-53 0-16,71 0 16,-18 0-16,18 0 15,0 0-15,-18 18 16,35-18-16,0 0 16,1 18-16,-18-18 15,17 0 1,-35 0-16,18 0 15,-1 0-15,-16 0 16,34 0-16,-17 0 16,-36 0-16,1 0 15,17 0-15,-53 0 16,35 0-16,-35 0 16,36 0-16,-1 0 15,-70 0 1,53 0-16,0 0 15,17 0-15,18 17 16,18-17-16,17 0 16,-17 0-16,17 18 15,-17-18 1,18 0 0,-1 0-1,0 0 1,1 0-1,-19 0 1,19 0 0,-19 0-16,1 0 15,0 0-15,0 0 16,17 0-16,-17 0 16,-1 0-16,1 0 15,0 0-15,-18 0 16,18 0-16,17 0 15,-35 0-15,35 0 16,1 0 0,-1 0-16,1 0 15,-1 0 1,0 0 15,1 0-15,-1 0-1,-17 0-15,-18-18 16,35 18-16,-17-17 16,0 17-16,17 0 15,0 0-15,18-18 16,-17 18-16,-1 0 31,-17 0-15,17 0-1,0 0-15,1 0 16,-36 0 0,35 0-16,-17 0 15,17 0-15,-17 0 16,0 0-16,17 0 16,-17 0-16,0 0 15,-1 0-15,1 0 16,0 0-16,17 0 15,-17 0-15,17 0 16,18 18 0,-17-18-1,-1 0-15,0 17 32,1-17-17,-1 0 48,18 18-48,-18-18 1,1 17 0,-1 1-1,1 0 1,-1-18 15,18 17-31,18 1 16,34 17-1,-34-17-15,35 17 16,-35-35-16,17 18 16,-17 0-1,-1-18-15,1 17 16,-1-17-16,1 0 15,0 18 1,-1-18-16,-17 17 16,36-17-16,-19 18 15,19 0-15,-1-18 16,-18 17-16,19-17 16,-1 18-1,-17-18-15,17 0 16,0 0-16,-17 0 15,17 0 1,-17 0-16,17 0 16,0 0-1,1 0-15,17 0 16,-18-18-16,0 18 16,18-17-16,-18 17 15,36-18-15,-36 0 16,0 18-16,-17 0 15,0 0 1,17 0-16,-17 0 16,35 0-16,-18 0 15,0 0-15,0-17 16,1 17-16,-19 0 16,19 0-16,-19 0 15,1 0-15,35 0 16,-36 0-1,36 0 1,-35 0-16,0 0 16,-1 0-16,18 0 15,-17 0-15,17 0 16,54 0 0,-19 0-16,54 17 15,-36 1-15,53 0 16,-71-18-1,19 0-15,-54 0 16,0 0-16,-17 0 16,0 0-16,17 0 15,-18 0-15,1 0 16,17 0-16,1 0 16,-1 0-16,0 0 15,36 0-15,-1 0 16,-34 0-16,34 0 15,18 17-15,-35-17 16,0 0-16,0 0 16,0 0-1,0 0-15,-18 0 16,18 0-16,0 0 16,-18 0-16,18 0 15,-18 0-15,1 0 16,17 0-16,0 0 15,-18 0-15,0 0 16,18 0-16,-18 0 16,1 0-1,-19 0-15,1 0 16,17 0-16,18 0 16,-35 0-16,70 0 15,-53 0-15,53 0 16,1 0-16,34 0 15,-70 0-15,18 0 16,-1 0-16,36 0 16,-53 0-16,17 0 15,-17 0 1,-17 0-16,34 0 16,-17 0-16,18 0 15,17 0-15,-18 0 16,36 0-16,-18 0 15,-17 0-15,-1 0 16,19 18-16,-19-18 16,-17 0-16,0 0 15,35 0-15,-17 0 16,-1 0 0,54 0-16,-36 0 15,0 0-15,-17 0 16,88 0-16,-89 0 15,1 0-15,34 0 16,-34 0-16,70 0 16,-17 0-16,-19 0 15,-16-18-15,17 18 16,17-17-16,0-1 16,1 18-1,-1 0-15,-52 0 16,17 0-16,-17 0 15,-1 0-15,89 0 16,-71 0-16,106 0 16,-53 0-16,-52 0 15,52 0-15,53 0 16,-124 0 0,89 0-16,-88 0 15,70 0-15,-71 0 16,18 0-16,-52 0 15,34 0-15,-17 0 16,0 0-16,18 0 16,-36 0-16,0 0 15,18 0-15,-35 0 16,17 0-16,0 0 16,18 0-1,0 0-15,-18 0 16,1 0-16,17 0 15,-18 0-15,35 0 16,1 0-16,-18 0 16,35 0-16,-17 0 15,-1 0-15,71 0 16,36 0-16,-71 0 16,-1 0-16,107 0 15,-71 0-15,71 0 16,-1 0-1,-52 0-15,35 0 16,36 0-16,52 0 16,-88 0-16,-53 0 15,106 0-15,-53 0 16,53 0-16,-53 0 16,-53 0-16,71 0 15,-89 0-15,36 0 16,-36 0-1,-17 0-15,71 0 16,-89 0-16,53-18 16,71 18-16,-1 0 15,19-17-15,-125 17 16,248-18-16,-159 18 16,0 0-16,-17 0 15,-1 0-15,53 0 16,-52 0-16,-1 0 15,-105 0-15,70 0 16,-53 0 0,-18 0-16,19 0 15,-36 0-15,-18 0 16,0 0-16,0 0 16,36 0-16,-36 0 15,18 0-15,35 0 16,-17 0-16,-18 0 15,53 0-15,-1 0 16,-34 0-16,17 0 16,0 0-1,1 0-15,52 0 16,17 0-16,-34 0 16,-71 0-16,17 0 15,-52 0-15,0 0 31,-18-17 32</inkml:trace>
</inkml:ink>
</file>

<file path=ppt/ink/ink17.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16.20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2240 14728 0,'18'0'0,"-1"0"16,1 0-1,0 0 1,17 0-1,18 0-15,0 0 16,-18 18-16,71-18 16,17 0-16,36 0 15,-88 0-15,123 0 16,-36 0-16,-52 0 16,71 0-16,-36 0 15,-18 0 1,1 0-16,-36 0 15,53 0-15,35-18 16,-105 18-16,88-17 16,-71 17-16,88 0 15,-52 0-15,-54-18 16,54 18-16,-36 0 16,36 0-16,-19 0 15,-69 0 1,17 0-16,35 0 15,-35 0-15,17 0 16,1 0-16,-36 0 16,88 0-16,-70 0 15,36 0-15,87 0 16,-17 0-16,-18 0 16,159 0-1,-212 0 1,-35 0-16,17 0 15,-34 0-15,17 0 16,35 0 0,-35 0-16,17 0 15,-34 0-15,16 0 16,19 0-16,-18 0 16,35 18-16,-17-18 15,-18 0-15,52 17 16,-34-17-16,0 0 15,-1 0-15,89 18 16,-71-18 0,0 0-16,0 0 15,71 18-15,-71-1 16,18-17-16,0 18 16,18 0-16,52-18 15,-35 17-15,-18-17 16,-17 0-16,18 18 15,-1-18-15,1 0 16,-36 0-16,0 0 16,36 18-1,-19-18-15,-16 0 16,-19 0-16,-35 0 16,36 0-16,0 0 15,-1 0-15,-52 0 16,35 0-16,0 0 15,-1 0-15,37 0 16,-36 0-16,0 0 16,-1 0-1,-16 0-15,-1 0 16,18 0-16,-18 0 16,-17 0-16,17 0 15,-17 0-15,17 0 16,0 0-16,-17 0 15,0 0-15,17 0 16,18 0-16,0 0 16,-18 0-16,0 0 15,1 0 1,-1 0-16,0 0 16,0 0-16,-17 0 15,17 0 1,1 0-1,-19 0-15,1 0 16,17 0-16,0 0 16,-17 0-16,53 0 15,-19 0 1,1 0-16,0 0 16,0 0-16,18 0 15,-36 0-15,18 0 16,0 0-16,0 0 15,0 0-15,0 0 16,0 0-16,35 0 16,0 0-16,-17 0 15,105 0-15,-17 0 16,-71 0 0,18 0-16,-53 0 0,35 0 15,-18 0 1,1 0-16,-36 0 15,36 0-15,-18 0 16,-18 0-16,0 0 16,18 0-16,0 0 15,0 0-15,-18 0 16,-17 0-16,17 0 16,0 0-16,18 0 15,-17 0 1,69-18-16,-34 18 15,-18 0-15,35 0 16,36-18-16,-54 18 16,-17 0-16,35 0 15,0 0-15,18 0 16,18-17-16,-89 17 16,106-18-1,-70 18-15,-18 0 0,35 0 16,-35 0-1,0 0-15,0-18 16,-18 18-16,18 0 16,0 0-16,-18-17 15,0 17-15,18 0 16,0 0-16,18-18 16,-1 18-16,-17 0 15,0-18-15,0 18 16,-35-17-16,17 17 15,0 0-15,0 0 16,1 0 0,-19 0-16,1 0 15,0 0 1,-18-18 0,0 1 46,-18 17-31,-17 0-31,-18 0 16,-71 0 0,-87 0-16,-142 0 15,159 0-15,-159 0 16,159 0-16,35 0 15,18 0-15,88 0 16,-35 0-16,70 0 16,-17 0-16,0 0 15,17 17-15,1-17 16,-1 0 0,-17 0-16,-36 18 15,18-18-15,-53 0 16,1 17-16,16-17 15,36 18-15,1-18 16,-1 0-16,17 0 16,1 0-16,17 0 15,1 0-15,-19 0 16,19 0 0,-1 0-16,-17 0 15,0 0-15,17 0 16,0 0-1,1 0-15,-1 0 16,0 0 0,1 0-16,-1 0 15,-35 0-15,36 0 16,-19 0 0,19 0-16,-1 0 15,-17 0 1,-1 0-16,19-18 15,-1 18-15,-17 0 16,17 0-16,1 0 16,-19-17-16,19 17 15,-1-18-15,-17 18 16,0 0-16,35-17 16,-18 17-16,0 0 31,18-18-16,-17 18 1,-1 0 15,0 0 1,1-18-17,-1 18 1,0 0 62</inkml:trace>
</inkml:ink>
</file>

<file path=ppt/ink/ink18.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20.37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18715 14764 0,'17'0'78,"1"0"-62,0 0-16,35 0 15,0 0-15,17 17 16,36-17-16,0 0 16,-71 0-16,71 0 15,-53 0-15,17 0 16,-17 0-16,18 0 16,-1 0-16,107 18 15,-18-18 1,-1 0-16,36 0 15,0 0-15,-35 0 16,-71 0-16,106 0 16,-53 0-16,-35 0 15,-18 0-15,18-18 16,0 18-16,-71 0 16,89-17-16,-54 17 15,1 0-15,-36-18 16,71 18-16,-71 0 15,18 0 1,36-18-16,-54 18 16,18 0-16,0-17 15,0 17-15,-1 0 16,19 0-16,-18 0 16,17-18-16,1 18 15,0 0-15,-18-17 16,-18 17-16,0 0 15,18 0 1,-35 0-16,17-18 16,-17 18-16,-1 0 15,18 0-15,1 0 16,-19 0 0,1 0-16,17 0 15,1 0-15,17 0 16,-1 18-16,-16-18 15,-19 0-15,19 0 16,-1 0 0,0 17-16,0-17 15,18 18-15,0-18 16,-17 0-16,69 17 16,-16-17-16,-19 18 15,18 0-15,-35-18 16,0 0-16,18 0 15,-36 0-15,-17 0 16,17 0-16,-17 0 16,34 0-1,1 0-15,-17 0 16,34 0-16,-34 0 16,34 0-16,1 0 15,17 0-15,-35 0 16,35 0-16,-35 0 15,0 0-15,0 0 16,0 0-16,17 0 16,-17 0-1,0 0-15,18 0 16,-19 0-16,19 0 16,17-18-16,-17 18 15,-18 0-15,17 0 16,-17 0-16,18 0 15,17 0-15,-35 0 16,0 0-16,-18 0 16,-17 0-16,-1 0 15,1 0-15,0 0 32,-1 0-17,1 0-15,-1 0 16,1 0-16,0 0 15,-1 0-15,19 0 16,-19 0-16,1 0 16,0 0-1,-1 0-15,1 0 32,-1 0-17,19 0-15,-1 0 16,-17 0-16,52 0 15,-17 0 1,18 0-16,-18 0 16,17 0-16,1 0 15,35 0-15,17 0 16,-17-18-16,17 1 16,1 17-16,-1-18 15,1 1-15,70-1 16,-124 0-16,-17 18 15,0 0 1,-18-17-16,18 17 0,-17 0 16,17 0-1,0 0-15,17 0 16,36 0-16,-36 0 16,1 0-16,88 0 15,-18 0-15,53 0 16,-18 0-16,18-18 15,-70 18-15,17 0 16,53 0-16,-53 0 16,-53-18-1,53 18-15,0 0 16,-52-17-16,-54 17 16,0 0-16,-17 0 15,-1 0-15,19 0 16,-19 0-16,19 0 15,-19 0 1,1 0-16,17 0 16,-17 0-16,17 0 15,-17 0 1,17 0-16,0 0 16,-17 0-16,17 0 15,-17 0 1,0 0-16,17 0 15,-18 0-15,1 0 16,0 0-16,17 0 16,-17 17-1,35-17 1,-18 0-16,-18 0 16,1 18-16,17-18 15,-17 0 1,0 0-16,-1 0 15,19 0-15,-19 0 16,1 18-16,17-18 16,-17 17-16,17-17 15,-17 18 1,-1 0-16,1-18 16,17 17-1,-17 1-15,17-18 16,-17 17-16,-1-17 15,-17 18-15,18-18 16,17 18-16,-17-18 16,0 0-16,-1 17 15,1 1-15,0-18 16,-1 18-16,18-1 16,1 1-1,-19 0-15,19-1 16,-19 1-16,1-1 15,17 1-15,18 17 16,-35-17-16,17-18 16,-17 18-16,-1-18 15,1 0 1,-18 17 78,0 1-1,-18-18-77,1 0 0,-1 18-1,0-18 1,18 17 0,-17-17-16,-1 0 15,18 18-15,-17-18 16,-1 0 15,18 18-15,-18-18-16,1 0 15,-1 0 1,-17 0-16,17 0 16,0 0-16,1 0 15,-1 0 1,0 0-16,1 17 15,-18 1 1,-1-18 0</inkml:trace>
</inkml:ink>
</file>

<file path=ppt/ink/ink19.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38.70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31768 14058 0,'17'0'16,"-34"0"31,-1 0-32,-17 0-15,17 0 16,-35 0-16,-17 0 16,17 0-16,0 0 15,-18 0-15,18 0 16,18 0-16,0 0 15,17 0-15,-17 0 16,17 0 47,36 18 62,-1-18-110,1 17-15,17-17 16,1 0-1,-19 0 1,19 0-16,-19 0 16,1 0-16,-1 0 15,1 0 1,-18-17-16,35 17 16,-17-18-16,0 1 15,-1-1-15,1 18 16,-18-18-16,35 1 15,-17-1 1,-18 0 0,18 1-16,-18-1 62,0 0-31,0 1-15,0-1 0,0 1-1,0-1 1,0 0 0,17 18 15,-17-17-31,18 17 15,17 0 1,-17 0 0,-1 0-1,1 0 1,0 0 15,-18-18 0,-18 18 32,0 0-47,-17 0-16,0 0 15,0 0-15,-1-18 16,-17 18-16,18 0 15,-18 0 1,0-17-16,18 17 16,-18 0-16,0 0 15,35 0-15,1 0 16,-18 0-16,-18 0 16,17 0-16,-34 0 15,52 0-15,-35 35 16,18-35-16,17 18 15,-17-18 1,17 0-16,1 0 16,-18 17-16,-1-17 15,19 18-15,-19-18 16,-17 0-16,0 0 16,18 18-16,0-18 15,0 17-15,-1-17 16,1 18-16,-18-18 15,0 0-15,0 0 16,-17 17-16,17-17 16,18 0-1,-18 0-15,0 18 16,17-18-16,-16 18 16,-1-18-16,0 17 15,-18-17-15,36 0 16,0 0-16,-1 0 15,19 0-15,-36 0 16,35 0-16,1 0 16,-19 0-16,1 0 15,0 0 1,-1 0-16,1 0 16,0 0-16,0 18 15,-1-18-15,19 0 16,-19 0-16,1 0 15,17 0-15,1 0 16,-1 0-16,1 0 16,-36 0-16,35 0 15,-17 0 1,-36 0-16,18 0 16,0 18-16,18-18 15,-36 0-15,19 17 16,-1-17-16,-18 0 15,18 0-15,-17 0 16,34 0-16,-17 0 16,-35 0-16,53 0 15,-18 0-15,18 0 16,-18 0 0,18 0-16,-54 0 15,54 0-15,-35 0 16,-1 0-16,36 0 15,-36 0-15,53 0 16,-34 0-16,-1 0 16,17 0-16,1 0 15,-18 0-15,0 0 16,-17 0-16,-36 0 16,53 0-1,-35 0-15,35 0 16,0 0-16,18 0 15,-18 0-15,17 0 16,-16 0-16,34 0 16,-17 0-16,-18 0 15,0 0-15,18 0 16,-18 0-16,17 0 16,1 0-1,-18 0-15,-17 0 16,17 0-16,0 0 15,0 0-15,-353 0 47,71 0-31,194 0-16,35 18 16,0-18-1,36 0-15,-36 0 16,35 0-16,1 0 15,-36 0-15,53 0 16,0 0-16,0 0 16,-70 0-16,70 0 15,-53 0-15,35 0 16,18 0-16,-17 0 16,-1 0-1,18 0-15,0 0 16,18 0-16,-18 0 15,-17 0-15,52 0 16,0 0-16,1 0 16,-18 0-16,17 0 15,-17 18 1,-1-18-16,19 0 16,-1 0-16,0 0 15,-17 0 1,18 0-16,-19 0 15,1 0-15,0 0 16,-1 0-16,1 0 16,-18 0-16,18 0 15,-18 0-15,-18 0 16,36 0-16,-18 0 16,18 0-16,-18 0 15,0 0-15,18 0 16,0 0-1,-36-18-15,36 18 0,-71 0 16,53 0 0,-35 0-16,53 0 15,-71 0-15,35 0 16,-17 0-16,-18 0 16,53 0-16,-35 0 15,35 0-15,-17 0 16,17 0-16,0 0 15,0 0 1,0 0-16,35 0 16,-52 0-16,17-18 15,-53 18-15,53 0 16,18 0-16,-1 0 16,-16 0-16,16 0 15,-34 0-15,34 0 16,1 0-16,0 0 15,0 0-15,-18 0 16,17 0 0,-16 0-16,-1 0 15,17 0-15,-70 0 16,71 0-16,-18 0 16,-17 0-16,34 0 15,-34 0-15,-1 0 16,18 0-16,18 0 15,-18 0-15,0 0 16,0 0-16,-17 0 16,17 0-1,-106 0 1,89 0-16,-1 0 16,-52 0-16,70-17 15,0 17-15,0 0 16,0 0-16,-18 0 15,36-18-15,-35 18 16,17 0-16,0 0 16,-53-18-16,18 1 15,35 17 1,-35-18-16,17 18 16,-52-18-16,52 18 15,36 0-15,-18 0 16,-18-17-16,18 17 15,18 0-15,0 0 16,-18 0-16,0 0 16,0 0-16,18 0 15,-1 0 1,1-18-16,0 18 16,-36 0-16,36 0 15,0 0-15,-18 0 16,18 0-16,-18 0 15,17 0-15,-17 0 16,18 0-16,-18 0 16,18 0-16,0 0 15,-36 0-15,18 18 16,36-1-16,-1-17 16,0 0-16,1 18 15,-1-18 1,18 18-1,0-1 32,0 1-15,18-18-17,-1 18 1,1-1-1,0-17 1,-1 0-16,1 0 16,0 0-16,34 18 15,1-18-15,18 0 16,17 0-16,0 0 16,-17 0-16,70 0 15,-106 0-15,1-18 16,16 18-1,-16 0-15,17 0 16,0 0-16,-36 0 16,18 0-16,-17 0 15,17 0-15,1 0 16,-19 0-16,1 0 16,35 0-16,-18 18 15,0-18-15,18 0 16,-35 0-16,17 0 15,36 0-15,-36 0 16,0 18-16,18-18 16,-17 0-1,-1 0-15,18 17 16,0 1-16,35-1 16,0-17-16,-35 18 15,53 0-15,-18-1 16,18 1-16,-71-18 15,18 0-15,0 18 16,-18-18-16,-17 0 31,-36-18 110,1 18-125,-1 0-1,-17-18 1,17 18-16,0 0 15,1 0-15,-19 0 16,1 0-16,-35 0 16,17 0-16,0 0 15,-18 0-15,-52 0 16,35 18-16,52-18 16,-87 18-1,52-18-15,1 0 16,-1 0-16,-52 0 15,52 0-15,18 0 16,-35 0-16,17 17 16,-34-17-16,34 0 15,18 0-15,0 0 16,18 0-16,-18 0 16,-18 0-16,19 18 15,-19-18 1,53 0-16,-35 0 15,-17 0-15,17 0 16,0 0-16,0 0 16,18 0-16,-36 0 15,18 0-15,-17 0 16,17 0-16,18 0 16,-1 0-16,19 0 15,-36 0-15,0 0 16,0 0-1,18 0-15,-1 0 16,1 0-16,0 0 16,0 0-16,17 0 15,-17 0-15,-18 0 16,17 18-16,1-18 16,0 0-16,-18 0 15,18 0 1,-1 0-16,1 0 15,0 0-15,0 0 16,-18 0-16,17 0 16,-34 0-16,17 0 15,18 0-15,17 0 16,-35 0-16,18 0 16,-18 0-16,35 0 15,-17 0-15,17 0 16,-17 0-16,-18 0 15,18 0-15,0 0 16,-18 0 0,-18 0-16,18 0 15,-35 0-15,35 0 16,0 0-16,18 0 16,0 0-16,-18 0 15,17 0-15,1 0 16,-18 0-16,18 0 15,-18 0-15,-35 0 16,17 0 0,36 0-16,-71 0 15,36 0-15,-1 0 16,-17 0-16,17 0 16,36 0-16,-18 0 15,-17 0-15,17 0 16,-36 0-16,37 0 15,-19 0-15,18 0 16,0 0 0,-17 0-16,17 0 15,17 0-15,-34 0 16,52 0-16,-17 0 16,-36 0-16,19-18 15,-1 18-15,17 0 16,1 0-16,0 0 15,-1 0-15,1 0 16,0-18-16,0 18 16,-18-17-16,17 17 15,-16 0-15,-1-18 16,0 18 0,0 0-16,-18 0 15,18 0-15,-35 0 16,35 0-16,-17 0 15,17 0-15,0 0 16,-18 0-16,18 0 16,18 0-16,-18 0 15,-17 0 1,17 0-16,17 0 16,1 0-16,-18 0 15,0 0-15,0 0 16,-17 0-16,-18 0 15,17 0-15,0 0 16,1 0-16,-36 0 16,36 0-16,-19 0 15,72 0 1,-54 0-16,1 0 16,17 0-16,0 0 15,0 0-15,0 0 16,0 0-16,-53 0 15,18 0-15,17 0 16,1 0-16,-1 0 16,-52 0-16,88 0 15,-36 0-15,36 0 16,-89 0-16,89 0 16,-71-18-1,0 18-15,18 0 16,0 0-16,-53 0 15,-53-17-15,53 17 16,35 0-16,-123 0 16,105 0-16,-17 0 15,-18 0-15,106 0 16,0 0-16,18 0 16,17 0-16,-17 0 15,18 0 1,-1 0-1,0 0 1,1 0-16,-19 0 16,1 0-1,17 0-15,-17 0 16,0 0-16,0 0 16,17 0-16,-17 0 15,-1 0-15,19 0 16,-36 0-16,18 0 15,-1 0-15,-34 17 16,34-17-16,1 0 16,0 0-16,-18 18 15,0-18 1,0 0-16,0 0 16,18 0-16,-18 18 15,-17-18-15,17 17 16,17-17-16,-17 0 15,18 18-15,-18-18 16,18 0-16,17 0 16,-17 0-16,-18 0 15,18 18-15,-18-18 16,-18 17 0,-17-17-16,18 18 15,-19-18-15,1 18 16,35-18-16,18 0 15,0 0-15,17 0 16,-17 0-16,17 0 16,-17 0-1,17 0 1,1 0 15,-1 0-15,0 0-1,1 0 1,-19 0-16,19 0 0,-18 0 16,17 0-1,0 0-15,1 0 16,-1 0 0,0 0-1,1 0-15,-1 0 16,-17 0-1,-1 0 1,1 0-16,18 0 16,-1 0-16,0 0 31,1 0-15,-1 0-1,-17-18 1,17 18-1,0 0-15,1 0 16,-1-18 15,1 18 1,-1-17-17,18-1 48,0 0-63,0 1 31,18-1 0,-18 0-15,17 1 15,-17-1-31,0 0 16,0 1-1,0-1 17,0 1-17,0-1 1,0 0-1,18 1 1,-18-1 0,0 0-1,0 1 32,0-1-31,0 0-1,17 18 1,-17-17-16,18 17 63,-18-18-63,0-17 15,18 35 1,-18-18-16,0-17 15,0 17 17,0 1 46,0-1-47,17 0-15,-17 1 15,0-1 0,18 18 0,0 0 16,-1 0-31,1 0 0,17 0-1,-17 18-15,-1-18 16,1 17-16,0-17 15,-1 18-15,1-18 16,0 18-16,-1-18 16,1 0-16,0 0 15,-1 0 1,1 0 0,0 0-16,-1 0 15,1 0-15,-1 0 16,1 0-16,0 0 15,17 0-15,-17 0 16,17 0 0,-17 0-16,-1 0 15,1 0 1,-1 0-16,19 0 16,-19 0-16,36 0 15,35 0-15,-35 0 16,-17 0-16,17 0 15,17-18-15,-52 18 16,35-18-16,-18 18 16,-17 0-16,17 0 15,-17 0 1,17-17-16,18 17 16,0-18-16,0 18 15,17-18 1,-17 18-16,18 0 15,-18 0-15,-1 0 16,37 0-16,-36 0 16,-18 0-16,0 0 15,0 0-15,36 0 16,-36 0-16,0 0 16,1 0-16,17 0 15,0 0 1,-18 0-16,18 0 15,35 0-15,-17-17 16,-19 17-16,1 0 16,-17 0-16,-1 0 15,18-18-15,-36 18 16,1 0-16,0 0 16,17-17-16,0 17 31,-17 0-31,0 0 15,-1 0-15,19 0 16,-19 0-16,18 0 16,1 0-16,-1 0 15,0-18-15,-17 18 16,0 0-16,17 0 16,-35-18-16,17 18 15,19 0-15,-1 0 16,-17 0-16,-1 0 15,19 0-15,-19 0 16,1 0 0,-1 0-1,-52 36 142,18-36-157,-36 35 15,17-18-15,-17-17 16,1 18-16,-54 0 15,35-1 1,18 1-16,-17 0 16,-36-18-16,35 0 15,36 0-15,-36 17 16,-52-17-16,17 18 16,36-18-16,-89 0 15,106 18-15,-123-1 16,87-17-16,19 0 15,17 18 1,18-18-16,-18 0 16,17 0-16,1 0 15,0 0-15,0 0 16,17 0-16,-17 0 16,-18 0-16,35 0 15,0 0-15,1 0 16,-1 0-1,1 0 1,-1 0 0,0 0 15,1 0 0,17 18-15,0-1 31,17-17-16,1 0-15,35 18-16,35-1 15,-17-17-15,140 0 16,-70 0-16,-52 0 15,105 0-15,-36 0 16,1-17 0,-124 17-16,142-18 15,-54 1-15,1-1 16,34 0-16,36 1 16,-105-1-16,140 0 15,-141 18-15,53-17 16,-17-1-16,-54 0 15,1 18-15,-18 0 16,0-17-16,17 17 16,-17-18-1,-18 18-15,1 0 16,-1 0-16,0 0 16,-17 0-16,0 0 15,-1 0-15,18 0 16,-17 0-16,0 0 15,-1 0-15,19 0 16,-19 0-16,36 0 16,-18 0-1,1 0-15,17 0 16,-18 0-16,18 0 16,-18 0-16,-17 0 15,-1 0-15,19 0 16,17 0-16,-18 0 15,0 0-15,0 0 16,18 0-16,0 0 16,-17 0-16,-1 0 15,18 0-15,-18 0 16,0 0 0,1 0-16,-1 0 15,0 0-15,0 0 16,1 0-16,-1 0 15,0 0-15,18 0 16,-18 0 0,1 0-16,-1 0 15,-17 0-15,17 0 16,18 0-16,35-18 16,-17 18-1,-1 0-15,36 0 16,-71 0-16,18-17 15,0 17-15,0-18 16,0 18-16,-18 0 16,0 0-16,-17 0 15,0 0-15,17 0 16,0 0-16,1 0 16,-19 0-1,19 0-15,-1 0 16,0 0-16,18-17 15,-35 17-15,17 0 16,0 0-16,0 0 16,1 0-16,17 0 15,-18 0-15,18 0 16,-18 0-16,18 0 16,-18 0-16,1 0 15,16 0 1,-16 0-16,-1 0 15,-17 0-15,35 0 16,-18 0-16,0 0 16,18 0-16,-18 0 15,-17 0-15,35 0 16,-18 0-16,-17 0 16,17 0-16,0 0 15,-17 0-15,0 0 16,35 0-1,-18 0-15,18 0 16,0 0-16,17 0 16,-34 0-16,-1 0 15,35 0-15,-34 0 16,-1 0-16,35 0 16,-34-18-16,17 18 15,-18 0-15,18 0 16,0 0-1,0 0-15,-18 0 16,0-18-16,18 18 16,-18 0-16,18 0 15,-17 0-15,17 0 16,-18 0-16,0 0 16,18 0-16,-35 0 15,17 0-15,36-17 16,-36 17-16,0 0 15,0 0 1,1 0-16,-19 0 16,1 0-16,17 0 15,-17 0 1,17 0-16,-17 0 16,17 0-1,0 0-15,1 0 16,-1 0-16,0-18 15,0 18-15,1 0 16,17 0-16,-36 0 16,18 0-1,-17 0-15,17-18 16,-17 18-16,0 0 16,17 0-16,0 0 15,-17 0-15,35 0 16,-18 0-16,0 0 15,1 0-15,-1 0 16,0 0-16,0 0 16,-17 0-1,17 0-15,18 0 16,-35 0-16,17 0 16,-17 0-16,17 0 15,18 0-15,-18 0 16,18 0-16,0 0 15,-35 0-15,17 0 16,-17 0-16,17 0 16,-17 0-16,-1 0 15,1 0 1,0 0-16,-1 0 16,18 0-16,1 0 15,-1 0-15,-17 0 16,17 0-16,18 0 15,-18 0-15,-17 0 16,17 0-16,-17 0 16,17 0-16,-17 0 15,-1 0-15,19 0 16,-1 18 0,18-18-16,0 0 15,-18 0-15,18 0 16,17 18-16,-34-18 15,-1 0-15,0 0 16,18 0-16,-35 0 16,17 0-16,-17 0 15,17 0-15,0 0 16,1 0 0,-1 0-16,18 0 15,-18 0-15,0 0 16,18 0-16,0 0 15,-18 0-15,1 0 16,17 0-16,-1 0 16,-16 0-16,-1 0 15,0 0-15,1 0 16,-19 0-16,19 0 16,52 17-16,-35-17 15,0 0 1,-1 0-16,37 18 15,-72-18-15,19 0 16,-19 0-16,1 0 16,0 0-16,-1 0 15,1 0 17,-1 0-17,1 0 1,0 18-1,-1-18-15,1 0 16,0 0-16,-1 0 16,1 0-16,0 0 15,-1 0-15,1 0 16,-1 0-16,1 0 16,17 0-16,-17 0 15,35 0 1,-35 0-16,-1 0 0,18 0 15,1 0 1,-1 0-16,-17 0 16,-1 0-16,19 0 15,-1 0-15,-18 0 16,1 0-16,17 0 16,18 0-16,18 17 15,-18-17-15,17 0 16,-17 0-16,-17 0 15,-19 0-15,18 0 16,-17 0 0,0 0-1,-1 18 1,1-18-16,0 0 31,-1 0 0,1 0-31,0 0 16,17 0-16,-35 17 16,35-17-16,-17 0 15,-1 18-15,19-18 16,-19 0-16,1 0 16,0 0-1,17 0-15,-17 18 16,17-18-16,0 17 15,0-17-15,1 0 16,-19 0-16,1 0 16,0 0-1,17 0-15,-18 18 16,19-18 0,-1 0-16,-17 0 15,17 0 1,-17 0-16,17 0 15,-18 0-15,36 0 16,-35 0-16,35 0 16,0 18-16,0-18 15,0 0-15,-18 0 16,18 0-16,17 0 16,-17 0-16,-17 0 15,-1 0-15,18 0 16,-35 0-1,17 0-15,0 0 16,0 0-16,1 0 16,-19 0-16,19 0 15,16 0-15,-16 0 16,-1 0-16,0 17 16,1-17-16,-1 0 15,0 0-15,18 0 16,-35 0-1,-1 0-15,1 0 16,17 0-16,0 0 16,-17 0-16,0 0 15,17 0-15,18 18 16,-35-18-16,17 0 16,0 0-16,18 0 15,-18 0-15,18 18 16,-17-18-16,16 0 15,19 0-15,-18 0 16,0 0-16,-18 0 16,0 0-1,18 0-15,0 0 16,-17 0-16,-1 0 16,35 0-16,-17 0 15,0 0-15,-18 0 16,1 0-16,17 0 15,-36 0-15,1 0 16,35 0-16,-36 0 16,36 0-1,-17 17-15,-1-17 16,53 0-16,-35 0 16,-35 0-16,17 0 15,-17 0-15,-1 0 16,1 0-1,0 0 1,-1 0 0,1 0-16,17 0 15,0 0-15,18 0 16,-17 0-16,-19 0 16,19 0-1,-1 0-15,-18 0 0,1 0 16,17 0-1,1 0-15,-1 0 16,-17 0-16,17 0 16,18 0-16,-36 0 15,19 0-15,-19 0 16,1 0-16,17 0 16,-17 0-16,17 0 15,-17-17-15,17 17 16,-17 0-16,-1-18 15,1 18 1,0 0-16,-1 0 16,36 0-16,35-18 15,-35 18-15,53-17 16,-35-1-16,52 0 16,1 18-16,-1-17 15,-35-1-15,71 0 16,-53 1-16,0-1 15,17 1 1,-35 17-16,1-18 16,-19 18-16,18-18 15,71 1-15,-106 17 16,18 0-16,-19 0 16,1 0-16,-17 0 15,-19-18-15,19 18 16,-1 0-16,0 0 15,0 0-15,1 0 16,17 0 0,-1 0-16,-16 0 0,17 0 15,0 0 1,-1 0-16,-16 0 16,-1 0-16,53 0 15,-35 0-15,35 18 16,-35-18-16,0 0 15,-18 17-15,1-17 16,17 18-16,53 0 16,-36-18-1,1 17-15,-36-17 16,53 18-16,-17-18 16,-36 0-16,35 17 15,-52-17-15,0 0 16,17 0-16,-17 0 15,-1 18-15,1-18 16,0 0 0,-1 0-1,1 0-15,-1 0 16,1 0-16,0 0 16,17 0-1,-17 0-15,-1 0 16,1 0-16,35 0 15,-35 0-15,17 0 16,18 0-16,-18 0 16,0 0-16,1 0 15,16 0 1,1 0-16,0 0 16,-17 0-16,-1 0 15,0 0-15,18 0 16,-18 0-16,-17 0 15,17 0-15,1 0 16,-19 0 0,1 0-16,-1 0 15,1 0 1,17 0-16,-17 0 16,17 0-1,1 0-15,-1 0 16,0 0-16,18 0 15,35 0-15,-17 0 16,-18 0-16,17 0 16,54 0-16,-18 18 15,-18-18-15,0 0 16,-35 0-16,-35 0 16,17 0-1,-18 0-15,1 0 16,0 0-16,-1 17 15,1-17-15,0 0 16,-1 0-16,1 0 16,0 0-1,-1 0-15,1 0 16,-1 0-16,19 0 16,-19 0-1,19 0 1,-1 0-1,-17 0-15,34 0 16,-16 0-16,-1 0 16,0 0-16,18 0 15,0 0-15,0 0 16,-18 0-16,18 0 16,-35 0-16,17 0 15,-17 0-15,35 0 16,-18 0-16,-17 0 15,17 0 1,-17 0 0,-1 0-1,1-17 17,-1 17-17,19-18-15,-19 18 16,19 0-16,17-18 15,-18 1-15,18 17 16,-18-18-16,-17 18 16,17-17-16,0-1 15,1 18-15,-19 0 16,18 0-16,-17-18 16,0 1-1,-1 17 1,19 0-16,-1 0 15,0 0-15,0-18 16,18 18-16,-17 0 16,-1-18-16,18 18 15,-36 0-15,1 0 16,17-17-16,-17 17 16,0 0 15,-1 0-16,1 0-15,0 0 16,-1-18 0,1 18 15,0 0-15,-1 0 15,1 0-16,-1 0 1,1 18-16,0-1 16,-1-17-1,-17 18 1,18-18-16,0 0 16,-1 0-16,-17 18 31,-70-1 63,17 1-94,0 17 15,-88-17-15,0-1 16,52 1-1,-69 0-15,87-1 16,-35-17-16,18 0 16,-71 18-16,1-18 15,34 18-15,36-18 16,-265 0-16,159 35 16,-247-17-16,212-1 15,-177 36-15,212-18 16,-159 1-1,177-19-15,53-17 16,34 18-16,36-18 16,36 0-16,-19 0 15,19 0 1,-1 0-16,1 0 16,-1 0-16,18 18 15,-18-18-15,1 0 16,-1 0-1,0 0-15,-17 0 16,17 0 0,1 0-1,-18 0-15,-1-18 16,19 18-16,-19-18 16,-17 18-16,18 0 15,-35 0-15,-1-17 16,1 17-16,34-18 15,-34 18-15,-1 0 16,36 0-16,0 0 16,17 0-1,-35 0-15,18 0 16,17 0-16,-17 0 16,17 0-16,-17 0 15,0 0-15,-1 0 16,1 0-16,17 0 15,-17 0-15,17 0 16,1-18-16,-18 18 16,17 0-16,0 0 15,-17 0 1,0 0-16,17 0 16,-17-17-16,0 17 15,-18-18-15,0 1 16,17 17-16,1 0 15,18 0-15,-19 0 16,-52-18-16,53 18 16,0 0-1,-1 0-15,1 0 16,0 0-16,-1 0 16,-17 0-16,18 0 15,18 0-15,-36 0 16,17 0-16,19 0 15,-19 0-15,19 0 16,-1 0-16,-17 0 16,0 0-16,17 0 15,-17 0-15,-18 0 16,0 0 0,0 0-16,-35 0 15,70 0-15,-35 0 16,-17 0-16,34 0 15,-17 0-15,18 0 16,0 0-16,0 0 0,-1 0 16,-17 0-1,36 0 1,-36 0-16,35 0 16,-17 0-16,17 0 15,-35 0-15,36 0 16,-19 0-16,1 0 15,-18 0-15,-17 0 16,34 0-16,-16 0 16,-1 0-16,17-18 15,1 18-15,17 0 16,-17-17-16,0 17 16,0 0-16,17-18 15,-35-17-15,0 35 16,-17 0-1,17-18-15,0 18 16,0 0-16,-18-18 16,36 18-16,17 0 15,-17 0-15,17 0 16,1 0-16,-18 0 16,17 0-16,0-17 15,-17 17-15,0 0 16,-18 0-1,35 0-15,0 0 16,1 0-16,-1 0 16,1 0-16,-1 0 31,0 0-15,-17 0-16,0-18 15,17 18-15,-35 0 16,0 0-16,18 0 15,-18 0-15,0 0 16,18 0-16,0 0 16,-1 0-16,19-18 15,-19 18 1,19 0-16,-1 0 16,0 0-16,1 0 15,-1 0-15,1 0 16,-36 0-16,17 0 15,-17 0-15,1 0 16,-1 0-16,0 0 16,0 0-16,0-17 15,18 17-15,17 0 16,0 0-16,-17 0 16,0 0-1,17 0-15,-17 0 16,0 0-16,-18 0 15,0 0-15,0 0 16,-18 0-16,18 0 16,0 0-16,36 0 15,-19 0-15,-34 0 16,35 0-16,17 0 16,-35 0-1,35 0-15,1 0 16,-1 0-16,-35 0 15,36 0-15,-19 0 16,1 0-16,0 0 16,-36 0-16,36 0 15,-18 0-15,0 0 16,18 0-16,-18 0 16,0 0-16,35 0 15,-17 0 1,0 0-16,17 0 15,-35 0-15,36 0 16,-19 0-16,19 0 16,-19 0-16,19 0 15,-1 0-15,1 0 16,-19 0-16,1 0 16,17 0-16,1 0 15,-19 0-15,19 0 16,17 17-1,-18-17 1,0 0 15,18 18 1,-35 17-1</inkml:trace>
</inkml:ink>
</file>

<file path=ppt/ink/ink20.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40.68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10689 14711 0,'18'0'94,"-1"0"-79,1 0-15,17 0 16,-17 0-16,0 0 15,35 17-15,-36 1 16,1-18-16,-1 0 16,1 0-1,0 0 17,-18 18-32</inkml:trace>
</inkml:ink>
</file>

<file path=ppt/ink/ink21.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41.86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8661 14252 0,'70'0'31,"-52"0"-31,17 0 16,0 0-16,36 0 16,0 0-16,-1 0 15,1 18-15,-18-18 16,0 0-1,-1 18-15,-16-18 16,-1 0-16,-17 0 16,-1 0-1,1 0-15,0 0 16</inkml:trace>
</inkml:ink>
</file>

<file path=ppt/ink/ink22.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42.73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7885 14358 0,'17'0'62,"1"0"-46,0 0-1,-1 0-15,1 0 16,-1 0-16,1 0 16,0 0-16,-1 0 15,19 0 1,17 0 0,-36 0-1,36 0-15,-18 0 16,18 18-16,-17-18 15,-1 0-15,-18 0 16,19 0-16,-1 0 16,-17 0-16,-1 17 15,1-17 1</inkml:trace>
</inkml:ink>
</file>

<file path=ppt/ink/ink23.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45.58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29457 14411 0,'18'0'0,"-1"0"47,1 0-47,0 0 15,17 0 1,-18 0-16,1 0 16,35 18-16,-35-18 15,35 0-15,17 0 16,-35 0-16,1 0 16,-1 0-1,-17 0-15,17 0 16,-18 0-16,19 0 15,-19 0-15,1 0 16,0 0-16,-1 0 16,19-18-16,-19 0 15,1 18-15,17 0 16,-17 0-16,-1 0 16,1 0-1,0 0-15,-1 0 16,1 0-16,0 0 15,-1 0-15,1 0 16,0 0 0,-1 0-16,-17-17 31,18 17-31,-1 0 16,1 0-1,0-18-15,17 18 16,-17-18-16,35 18 15,17-17-15,-17-1 16,53 18-16,-36-17 16,72-1-16,-37 18 15,-16-18 1,-54 18-16,35 0 16,-34 0-16,-19 0 31,1 0 141,-18 18-157,18-18-15,-18 18 16,17-18 0,-17 17-1,18 1 1,-18-1-16,0 1 15,17-18-15,1 18 16,-18-1 0,18-17-16,-18 18 15,17-18 1,1 0-16,-18 18 16,0-1-16,18-17 15,-18 18-15,17-18 16,-17 18-1,18-18 1</inkml:trace>
</inkml:ink>
</file>

<file path=ppt/ink/ink24.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53.38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29492 14517 0,'0'0'0,"-17"0"16,-19 0-16,19 0 15,-1 0-15,0 0 16,-35 0-16,1 0 16,-1-18-16,-71 18 15,18-17-15,-70 17 16,70 0-16,-17-18 15,52 18-15,1 0 16,17 0-16,35 0 16,-17 0-1,17 0-15,0 0 16,1 0-16,-36 0 16,18 0-16,-18 0 15,-71 0-15,54 0 16,34 0-16,-69 0 15,52 0-15,0 0 16,0 0-16,17 0 16,1 0-1,18 0-15,-19 0 16,19 0-16,-36 0 16,17 0-16,-34 0 15,17 0-15,0 0 16,0 18-16,18-18 15,0 0-15,-18 0 16,17 0-16,1 17 16,-18-17-1,18 0-15,-36 18 16,36-18 0,17 17-16,-34-17 15,16 0-15,19 0 16,-19 0-16,-52 0 15,18 0-15,-19 0 16,19 0-16,52 0 16,-52 18-1,-1-18-15,18 0 16,18 0-16,-18 0 16,18 0-16,-36 0 15,36 0-15,-18 0 16,18 0-16,-1 0 15,1 0-15,0 0 16,17 0-16,-35 0 16,18 0-1,17 0-15,-17 0 16,0 0-16,0 0 16,17 0-1,0 0-15,-35 0 16,0 0-16,1 0 15,16 0-15,1 0 16,0 0-16,-1 0 16,1 0-16,0 0 15,0 0-15,-18 0 16,35 0-16,-17 0 16,17 0-1,-35 0-15,18 0 16,0 0-16,-1 0 15,-34 0 1,35 0-16,-18 0 16,0 0-16,17 0 15,1 0-15,0 0 16,17 0-16,-17 0 16,-18 0-16,18 0 15,-18 0 1,-18 0-16,18 0 15,0 0-15,-17 0 16,-18 0-16,35 0 16,-18 0-16,1 0 15,17-18-15,17 18 16,-16 0-16,-1 0 16,17 0-16,-17 0 15,36 0-15,-18 0 16,17 0-16,-17 0 15,-18 0 1,17 0-16,-16 0 16,34 0-16,-17 0 15,17 0-15,-17 0 16,17 0-16,-17 0 16,17 0-16,0 0 15,1 0-15,-1 0 16,-35 0-16,36 0 15,-19 0 1,19 0-16,-19 0 16,1 0-16,-18 0 15,18 0-15,0 0 16,-1 0-16,-17 0 16,1 0-16,16 0 15,1 0-15,-18 0 16,0 0-1,18 0-15,-18 0 0,18 0 16,-18 0-16,18 0 16,-18 0-1,17 0-15,-17 0 16,36 0-16,-18 0 16,-1 0-16,1 0 15,0 0 1,-1 0-16,1 0 15,17 0-15,1 0 16,-36 0-16,0 0 16,0 0-16,18 0 15,-36 0 1,36 0-16,0 0 16,17 0-16,-17 0 15,-1 0-15,-16 18 16,16-18-16,1 0 15,0 0-15,-1 0 16,1 0-16,-35 0 16,34 0-1,-17 0-15,18 0 16,0 0-16,-18 0 16,0 0-16,18 0 15,-18 0-15,18 0 16,-1 18-16,-52-18 15,35 0-15,0 0 16,-17 0 0,34 0-16,19 0 15,-18 0 1,17 0-16,-35 0 16,18 0-16,17 0 15,0 0-15,1 0 16,-1 0-16,0 0 15,1 0-15,-1 0 16,1 0-16,-19 0 16,1 0-16,17 0 15,1 0-15,-19 0 16,19 0-16,-1 0 16,-17 0-1,17 0-15,-17 0 16,0 0-1,-1-18 1,1 18-16,18 0 16,-19 0-16,19-18 15,-36 1-15,35 17 16,0 0-16,1-18 16,-1 18-16,-17-17 15,0 17 1,17 0-16,0-18 15,-17 0-15,0 18 16,17 0-16,0 0 16,-34 0-16,16-17 15,1 17-15,17 0 16,1 0-16,-19-18 16,1 18-16,0 0 15,17 0 1,1 0-16,-19 0 15,19 0 1,-19 0 0,1 0-16,0 0 15,17 0-15,-17 0 16,0 0-16,-18 0 16,17 0-16,1 0 15,18 0-15,-19 0 16,1 0-16,0 0 15,-1 0 1,19 0-16,-18 0 16,-1 0-16,-17 0 15,36 0-15,-1 0 16,0 0-16,-17 0 16,18 0-16,-19 0 15,19 0-15,-19 0 16,-17 0-16,18 0 15,0 0 1,0 0-16,-18 0 16,17 0-16,1 0 15,-18 0-15,18 0 16,0 0-16,-1 0 16,19 0-16,-1 0 15,-35 0-15,0 0 16,0 0-16,18 0 15,-18 0 1,18 0-16,-18 0 16,18 0-16,-1 0 0,19 0 15,-19 0 1,19 0-16,-1 0 16,1 0-1,-19 0-15,1 0 16,17 0-16,-17 0 15,0 0-15,-36 0 16,36 0-16,-18 18 16,35-18-1,-35 0-15,36 17 16,-18-17-16,-18 0 16,35 0-16,0 0 15,18 18 1,0 0 93,36-1-93,-19-17-16,1 18 15,17-18-15,0 17 16,-17-17-16,0 0 16,17 0-16,0 0 15,18 0 1,-35 0 0,17 0-16,18 0 15,-35 0-15,35 0 16,17 0-16,1 0 15,35 0-15,-36 0 16,18 0-16,36 0 16,-36 0-16,-17 0 15,-19 0-15,-16 0 16,-19 0-16,1 0 16,17 0-16,18 0 15,-18 0-15,36 0 16,88 0-1,-106 0-15,123 0 16,-70 0-16,17 0 16,-34-17-16,52 17 15,-71 0-15,1 0 16,17 0-16,-17 0 16,-1 0-16,1 0 15,-18 0 1,17 0-16,-52 0 15,52 0-15,-34 0 16,34 0-16,1 0 16,-36 0-16,88 0 15,1 0-15,-54 0 16,89 0-16,0 0 16,-71 0-16,89 0 15,-72 0-15,-34 0 16,0 0-1,34 0-15,-52 0 16,-17 0-16,16-18 16,19 18-16,-36 0 15,1-17-15,-1 17 16,0 0-16,0-18 16,1 18-16,-19 0 15,19 0-15,-19 0 16,19-18-1,-1 1 1,-18 17 0,1 0-1,0-18 1,-36 18 93,-17 0-109,-18-18 16,-18 18-16,-35-17 16,36 17-16,-36-18 15,36 18-15,-89-18 16,88 18-16,-105 0 15,35 0-15,53 0 16,-54 0-16,-69 0 16,70 18-16,35 0 15,-88-1 1,88 1-16,35 0 16,-17-18-16,-18 17 15,53 1-15,18-18 16,-18 0-16,18 0 15,17 18-15,-17-18 16,-35 0-16,-19 17 16,54-17-16,-18 0 15,-70 18 1,34-1-16,1-17 16,18 0-16,-1 18 15,-88 0-15,71-18 16,0 0-16,0 0 15,-53 0-15,53 0 16,35 0-16,-53 0 16,53 0-16,-71 0 15,19 0 1,34 0-16,-17 0 16,17 0-16,1 0 15,17 0-15,18 0 16,17 0-16,-17 0 15,-1 0-15,19 0 16,-19 0-16,19 0 16,-19 0-1,19-18-15,-18 18 0,-1 0 16,1 0 0,0-18-16,-36 1 15,18-1-15,-17 18 16,-36 0-16,-18-17 15,54 17-15,-1 0 16,18 0-16,18 0 16,0 0-16,0 0 15,-1 0-15,1 0 16,17 0-16,-17 0 16,17 0-16,-34 0 15,16 0 1,1 0-16,-18 0 15,-18 0-15,19 0 16,-1 0-16,-18 0 16,18 0-16,0 0 15,18 0-15,0 0 16,-1 0-16,1 0 16,0 0-1,-18 17-15,18-17 16,-1 0-16,19 18 15,-36-18-15,18 0 16,-18 0-16,17 0 16,-17 0-16,18 17 15,-71-17-15,71 0 16,-18 18-16,-35 0 16,17-18-16,18 17 15,18-17-15,-35 0 16,-19 18-1,19 0-15,-71-1 16,70 1-16,-17-18 16,17 18-16,19-1 15,-19-17-15,18 0 16,-35 0-16,35 18 16,-106-1-16,71 1 15,17-18-15,-17 18 16,0-18-16,18 0 15,34 0 1,1 0-16,-18 0 16,18 0-16,-1 0 15,1 0-15,-18 0 16,18 0-16,17 0 16,-35 0-16,18 0 15,18 0-15,-1 0 16,0 0-16,1 0 15,-1 0 1,-17 0-16,-1 0 16,1 0-16,18 0 15,-19 0-15,-17 0 16,0 0-16,1 0 16,-1-18-16,17 18 15,19-18-15,-1 18 16,-17 0-16,-1-17 15,-16 17-15,16 0 16,-34-18 0,-1 18-16,-52 0 15,-18 0-15,-53 0 16,52 0-16,37 0 16,-72 0-16,89 0 15,35 0-15,0 0 16,-17-17-16,52 17 15,-35 0-15,18-18 16,-18 18-16,18 0 16,-18 0-1,17 0-15,-34-18 16,-1 18-16,-105 0 16,123 0-16,-106 0 15,18 0-15,18 0 16,52 0-16,-17 0 15,53 0-15,-36-17 16,18 17-16,18 0 16,17 0-16,-17-18 15,17 18 1,1 0-16,-19 0 16,19 0-1,-36 0 1,18 0-16,-36 0 15,0 0-15,1-18 16,17 18-16,-18 0 16,36 0-16,-18-17 15,0 17-15,0 0 16,1 0 0,16 0-16,-17 0 15,0-18-15,18 18 16,0 0-16,0 0 15,-1 0-15,1 0 16,-18 0-16,35 0 16,-17 0-16,0 0 15,-18 0-15,18 0 16,-36 0-16,1 0 16,17 0-16,-18 0 15,-70 18 1,53-1-16,35-17 15,-18 18-15,-17-18 16,0 0-16,53 0 16,17 0-16,-35 0 15,35 0-15,1 0 16,-1 0-16,-17 0 16,17 18-1,1-18-15,-19 0 16,19 0-16,-1 0 15,0 0-15,1 0 32,-1 0-1,1 0-15,34 0 109,1 0-79,-1 0-30,19 0 15,-1 0-31,0 0 16,-17 0-16,17 0 16,18 0-16,-18 0 15,1-18-15,-1 18 16,-17 0-16,17-18 15,35 18-15,-17-17 16,53 17-16,-53 0 16,18 0-16,-1 0 15,1-18 1,-1 18-16,36-18 16,18 1-16,-36 17 15,18-18-15,35 18 16,-35-17-16,-36 17 15,-17-18-15,18 18 16,-36 0-16,35 0 16,-17-18-16,53 18 15,53 0 1,-71 0-16,89-35 16,-19 35-16,-70 0 15,89-18-15,-54 1 16,-52 17-16,-1 0 15,-17 0-15,0 0 16,0 0-16,0 0 16,18 0-16,-36 0 15,35 0-15,1 0 16,0 0-16,17 17 16,53-17-1,-53 18-15,18-18 16,-35 0-16,-1 0 15,1 0-15,-18 0 16,-1 0-16,1 0 16,0 0-16,-35 0 15,17 0-15,0 0 16,1 0-16,-1 0 16,18 0-16,35 0 15,-17 0 1,-18 0-16,-18 0 15,35 0-15,19 0 16,-54 0-16,0 0 16,-17 0-16,17 0 15,-17 0 1,-1 0 0,19 0-1,-1 0-15,0 0 16,1 0-1,-19 0-15,54 0 16,-36 0-16,0 0 16,1 0-16,-19 0 15,1 0-15,17 0 16,0 0-16,1 0 16,-1 0-16,18 0 15,-18 0 1,18 0-16,0 0 15,0 0-15,-18 0 16,18 0-16,-18 0 16,18 0-16,-17 0 15,-1 0-15,0 0 16,0 0-16,1 0 16,-1 0-16,0 0 15,0 0-15,1 0 16,17 0-16,17 0 15,-17 0 1,18 0-16,17 0 16,18 0-16,-36 0 15,89 0-15,-36 0 16,-70 0-16,36 0 16,-36 0-16,-18 0 15,0 0-15,0 0 16,-17 0-16,0 0 15,-1 0 1,-17-18 0,18 18-16,0 0 47</inkml:trace>
</inkml:ink>
</file>

<file path=ppt/ink/ink25.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54.41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5062 13935 0,'18'0'47,"0"0"-31,-1 0-16,1 0 15,17 0 1,18 0-16,0 0 15,18 0-15,87 0 16,-52 0-16,-18 0 16,-35 0-16,-17 0 15,-19 0-15,1 0 16,-1 0 46,-17 17-46</inkml:trace>
</inkml:ink>
</file>

<file path=ppt/ink/ink26.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55.64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15857 13705 0,'0'0'0,"18"0"0,0 18 15,-1-18 16,1 0-31,17 18 16,0-18-16,18 0 16,18 0-16,-1 0 15,54 0-15,-18 0 16,-53 0-16,35 0 16,-18 0-16,1 0 15,17 0 1,-35 0-16,35 0 15,-35 0-15,-17 0 16,16 0-16</inkml:trace>
</inkml:ink>
</file>

<file path=ppt/ink/ink27.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56.65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14534 14111 0,'18'0'0,"0"0"31,-1 0-15,1 0-1,0 0-15,17 0 16,0 0-16,18 0 16,18 0-16,70 0 15,-18 0-15,-17 0 16,88 0-16,-35 0 15,35 0-15,-141 0 16,0 0-16,-36 0 16,1 0-1,0 0 17,-1 0-17,1 0 32,-18-18-31</inkml:trace>
</inkml:ink>
</file>

<file path=ppt/ink/ink28.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57.56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13300 14182 0,'17'0'16,"1"0"-16,0 0 16,17 0-16,18 0 15,-18 0 1,0-18-16,18 18 15,18 0 1,17 0-16,-35-18 16,18 18-16,-19 0 15,19 0-15,0 0 16,-1 0-16,1 0 16,70 18-16,-35 0 15,-53-18-15,-18 0 16,18 17-16,-18 1 15,0-18 1,-35 18 0,18-18-16,-18 17 15,18-17-15,-1 18 16,-17 0 0</inkml:trace>
</inkml:ink>
</file>

<file path=ppt/ink/ink29.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2:59.74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11836 13811 0,'17'0'32,"1"0"-32,0 0 15,-1 0-15,1 0 16,17 0-16,-17 0 16,-1 0-1,1 0-15,17 0 16,-17 0-1,0 0 1,-1 0-16,1 0 0,0 18 16,-1-18 15,1 0-31</inkml:trace>
</inkml:ink>
</file>

<file path=ppt/ink/ink30.xml><?xml version="1.0" encoding="utf-8"?>
<inkml:ink xmlns:inkml="http://www.w3.org/2003/InkML">
  <inkml:definitions>
    <inkml:context xml:id="ctx0">
      <inkml:inkSource xml:id="inkSrc0">
        <inkml:traceFormat>
          <inkml:channel name="X" type="integer" min="-1920" max="3840" units="cm"/>
          <inkml:channel name="Y" type="integer" max="1080" units="cm"/>
          <inkml:channel name="T" type="integer" max="2.14748E9" units="dev"/>
        </inkml:traceFormat>
        <inkml:channelProperties>
          <inkml:channelProperty channel="X" name="resolution" value="112.94118" units="1/cm"/>
          <inkml:channelProperty channel="Y" name="resolution" value="37.24138" units="1/cm"/>
          <inkml:channelProperty channel="T" name="resolution" value="1" units="1/dev"/>
        </inkml:channelProperties>
      </inkml:inkSource>
      <inkml:timestamp xml:id="ts0" timeString="2024-10-22T08:13:02.50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5503 15381 0,'18'0'79,"0"0"-64,-1 0 1,1 0-1,0 0-15,-1 18 16,1-18-16,-1 0 16,1 17-1,0-17-15,-1 0 16,1 0-16,0 0 16,-1 18-1,1-18 1,0 0-1,-1 0 1,1 0 47,-1 0-1,1 0-46,-18 18-1,18-18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107756-CE4F-4583-95AC-32804310DA04}" type="datetimeFigureOut">
              <a:rPr lang="en-GB" smtClean="0"/>
              <a:t>21/10/2026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506008-74B8-4A28-A151-9433305DACAC}" type="slidenum">
              <a:rPr lang="en-GB" smtClean="0"/>
              <a:t>‹#›</a:t>
            </a:fld>
            <a:endParaRPr lang="en-GB"/>
          </a:p>
        </p:txBody>
      </p:sp>
    </p:spTree>
    <p:extLst>
      <p:ext uri="{BB962C8B-B14F-4D97-AF65-F5344CB8AC3E}">
        <p14:creationId xmlns:p14="http://schemas.microsoft.com/office/powerpoint/2010/main" val="2010498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Reduced version on next slide</a:t>
            </a:r>
          </a:p>
        </p:txBody>
      </p:sp>
      <p:sp>
        <p:nvSpPr>
          <p:cNvPr id="4" name="Slide Number Placeholder 3"/>
          <p:cNvSpPr>
            <a:spLocks noGrp="1"/>
          </p:cNvSpPr>
          <p:nvPr>
            <p:ph type="sldNum" sz="quarter" idx="5"/>
          </p:nvPr>
        </p:nvSpPr>
        <p:spPr/>
        <p:txBody>
          <a:bodyPr/>
          <a:lstStyle/>
          <a:p>
            <a:fld id="{12506008-74B8-4A28-A151-9433305DACAC}" type="slidenum">
              <a:rPr lang="en-GB" smtClean="0"/>
              <a:t>33</a:t>
            </a:fld>
            <a:endParaRPr lang="en-GB"/>
          </a:p>
        </p:txBody>
      </p:sp>
    </p:spTree>
    <p:extLst>
      <p:ext uri="{BB962C8B-B14F-4D97-AF65-F5344CB8AC3E}">
        <p14:creationId xmlns:p14="http://schemas.microsoft.com/office/powerpoint/2010/main" val="2384214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We’ll look at these in more detail later in the course</a:t>
            </a:r>
          </a:p>
        </p:txBody>
      </p:sp>
      <p:sp>
        <p:nvSpPr>
          <p:cNvPr id="4" name="Slide Number Placeholder 3"/>
          <p:cNvSpPr>
            <a:spLocks noGrp="1"/>
          </p:cNvSpPr>
          <p:nvPr>
            <p:ph type="sldNum" sz="quarter" idx="5"/>
          </p:nvPr>
        </p:nvSpPr>
        <p:spPr/>
        <p:txBody>
          <a:bodyPr/>
          <a:lstStyle/>
          <a:p>
            <a:fld id="{12506008-74B8-4A28-A151-9433305DACAC}" type="slidenum">
              <a:rPr lang="en-GB" smtClean="0"/>
              <a:t>66</a:t>
            </a:fld>
            <a:endParaRPr lang="en-GB"/>
          </a:p>
        </p:txBody>
      </p:sp>
    </p:spTree>
    <p:extLst>
      <p:ext uri="{BB962C8B-B14F-4D97-AF65-F5344CB8AC3E}">
        <p14:creationId xmlns:p14="http://schemas.microsoft.com/office/powerpoint/2010/main" val="1306006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596E0-64CA-42E8-B112-7BBDC840E0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E555CCE-E680-4038-BFA1-43CF94A69C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043D6AC-F4B6-406A-A013-2DB5488DCEA3}"/>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5" name="Footer Placeholder 4">
            <a:extLst>
              <a:ext uri="{FF2B5EF4-FFF2-40B4-BE49-F238E27FC236}">
                <a16:creationId xmlns:a16="http://schemas.microsoft.com/office/drawing/2014/main" id="{6160BD0F-526F-4521-9A53-03053B9105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D3766E-3713-483D-8B24-B3A684307177}"/>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2560227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CDDD7-346F-412A-8EA3-5A26BC4181CA}"/>
              </a:ext>
            </a:extLst>
          </p:cNvPr>
          <p:cNvSpPr>
            <a:spLocks noGrp="1"/>
          </p:cNvSpPr>
          <p:nvPr>
            <p:ph type="title"/>
          </p:nvPr>
        </p:nvSpPr>
        <p:spPr>
          <a:xfrm>
            <a:off x="0" y="365125"/>
            <a:ext cx="12192000" cy="1325563"/>
          </a:xfrm>
          <a:solidFill>
            <a:srgbClr val="000000">
              <a:alpha val="89804"/>
            </a:srgbClr>
          </a:solidFill>
        </p:spPr>
        <p:txBody>
          <a:bodyPr/>
          <a:lstStyle>
            <a:lvl1pPr>
              <a:defRPr>
                <a:solidFill>
                  <a:srgbClr val="FFC000"/>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F6B14169-04FB-414E-9B83-CB5DA61AFE74}"/>
              </a:ext>
            </a:extLst>
          </p:cNvPr>
          <p:cNvSpPr>
            <a:spLocks noGrp="1"/>
          </p:cNvSpPr>
          <p:nvPr>
            <p:ph idx="1"/>
          </p:nvPr>
        </p:nvSpPr>
        <p:spPr>
          <a:xfrm>
            <a:off x="0" y="1825625"/>
            <a:ext cx="12325350" cy="4351338"/>
          </a:xfrm>
          <a:solidFill>
            <a:srgbClr val="000000">
              <a:alpha val="80000"/>
            </a:srgbClr>
          </a:solidFill>
          <a:ln w="76200">
            <a:solidFill>
              <a:srgbClr val="0ED2CF"/>
            </a:solidFill>
          </a:ln>
          <a:effectLst>
            <a:outerShdw blurRad="50800" dist="38100" dir="2700000" algn="tl" rotWithShape="0">
              <a:prstClr val="black">
                <a:alpha val="40000"/>
              </a:prstClr>
            </a:outerShdw>
          </a:effectLst>
        </p:spPr>
        <p:txBody>
          <a:bodyPr/>
          <a:lstStyle>
            <a:lvl1pPr marL="533400" indent="-228600">
              <a:defRPr>
                <a:solidFill>
                  <a:schemeClr val="accent5">
                    <a:lumMod val="60000"/>
                    <a:lumOff val="40000"/>
                  </a:schemeClr>
                </a:solidFill>
              </a:defRPr>
            </a:lvl1pPr>
            <a:lvl2pPr marL="990600" indent="-228600">
              <a:defRPr>
                <a:solidFill>
                  <a:schemeClr val="accent5">
                    <a:lumMod val="60000"/>
                    <a:lumOff val="40000"/>
                  </a:schemeClr>
                </a:solidFill>
              </a:defRPr>
            </a:lvl2pPr>
            <a:lvl3pPr marL="1524000" indent="-228600">
              <a:defRPr>
                <a:solidFill>
                  <a:schemeClr val="accent5">
                    <a:lumMod val="60000"/>
                    <a:lumOff val="40000"/>
                  </a:schemeClr>
                </a:solidFill>
              </a:defRPr>
            </a:lvl3pPr>
            <a:lvl4pPr marL="1885950" indent="-228600">
              <a:defRPr>
                <a:solidFill>
                  <a:schemeClr val="accent5">
                    <a:lumMod val="60000"/>
                    <a:lumOff val="40000"/>
                  </a:schemeClr>
                </a:solidFill>
              </a:defRPr>
            </a:lvl4pPr>
            <a:lvl5pPr marL="2324100" indent="-228600">
              <a:defRPr>
                <a:solidFill>
                  <a:schemeClr val="accent5">
                    <a:lumMod val="60000"/>
                    <a:lumOff val="4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76E8CF4C-C58A-43FA-B10B-EA3D74C7D300}"/>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5" name="Footer Placeholder 4">
            <a:extLst>
              <a:ext uri="{FF2B5EF4-FFF2-40B4-BE49-F238E27FC236}">
                <a16:creationId xmlns:a16="http://schemas.microsoft.com/office/drawing/2014/main" id="{DABB8C34-902F-4DB9-A8D0-0E74FDE465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EB9B86-BC00-437A-98AA-248C6A2BD641}"/>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18747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bg/>
                                          </p:spTgt>
                                        </p:tgtEl>
                                        <p:attrNameLst>
                                          <p:attrName>style.visibility</p:attrName>
                                        </p:attrNameLst>
                                      </p:cBhvr>
                                      <p:to>
                                        <p:strVal val="visible"/>
                                      </p:to>
                                    </p:set>
                                    <p:anim calcmode="lin" valueType="num">
                                      <p:cBhvr additive="base">
                                        <p:cTn id="13" dur="500" fill="hold"/>
                                        <p:tgtEl>
                                          <p:spTgt spid="3">
                                            <p:bg/>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bg/>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additive="base">
                                        <p:cTn id="1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additive="base">
                                        <p:cTn id="2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additive="base">
                                        <p:cTn id="3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 calcmode="lin" valueType="num">
                                      <p:cBhvr additive="base">
                                        <p:cTn id="41"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tmplLst>
          <p:tmpl>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 lvl="1">
            <p:tnLst>
              <p:par>
                <p:cTn presetID="2" presetClass="entr" presetSubtype="8"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 lvl="2">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 lvl="3">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 lvl="4">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 lvl="5">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Half Frame 7"/>
          <p:cNvSpPr/>
          <p:nvPr userDrawn="1"/>
        </p:nvSpPr>
        <p:spPr>
          <a:xfrm flipV="1">
            <a:off x="-692332" y="1391035"/>
            <a:ext cx="7471954" cy="3934282"/>
          </a:xfrm>
          <a:prstGeom prst="halfFrame">
            <a:avLst>
              <a:gd name="adj1" fmla="val 18274"/>
              <a:gd name="adj2" fmla="val 15426"/>
            </a:avLst>
          </a:prstGeom>
          <a:solidFill>
            <a:schemeClr val="tx1"/>
          </a:solidFill>
          <a:ln w="76200">
            <a:solidFill>
              <a:srgbClr val="0ED2C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Title 1">
            <a:extLst>
              <a:ext uri="{FF2B5EF4-FFF2-40B4-BE49-F238E27FC236}">
                <a16:creationId xmlns:a16="http://schemas.microsoft.com/office/drawing/2014/main" id="{47CEF1CC-3DD3-405C-B89A-9FAE46CE77B0}"/>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7C3DE19-4375-4E30-AE57-C5914CDB3021}"/>
              </a:ext>
            </a:extLst>
          </p:cNvPr>
          <p:cNvSpPr>
            <a:spLocks noGrp="1"/>
          </p:cNvSpPr>
          <p:nvPr>
            <p:ph type="body" idx="1"/>
          </p:nvPr>
        </p:nvSpPr>
        <p:spPr>
          <a:xfrm>
            <a:off x="831850" y="4767943"/>
            <a:ext cx="10515600" cy="1321707"/>
          </a:xfrm>
        </p:spPr>
        <p:txBody>
          <a:bodyPr/>
          <a:lstStyle>
            <a:lvl1pPr marL="0" indent="0">
              <a:buNone/>
              <a:defRPr sz="2400">
                <a:solidFill>
                  <a:srgbClr val="0ED2CF"/>
                </a:solidFill>
                <a:effectLst>
                  <a:glow rad="63500">
                    <a:schemeClr val="accent1">
                      <a:satMod val="175000"/>
                      <a:alpha val="40000"/>
                    </a:schemeClr>
                  </a:glow>
                </a:effectLs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a:extLst>
              <a:ext uri="{FF2B5EF4-FFF2-40B4-BE49-F238E27FC236}">
                <a16:creationId xmlns:a16="http://schemas.microsoft.com/office/drawing/2014/main" id="{197C604D-01F0-42DD-9193-2D8E5049887D}"/>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5" name="Footer Placeholder 4">
            <a:extLst>
              <a:ext uri="{FF2B5EF4-FFF2-40B4-BE49-F238E27FC236}">
                <a16:creationId xmlns:a16="http://schemas.microsoft.com/office/drawing/2014/main" id="{3860D508-3FA5-4FAF-821A-A5DAA4EA02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068801-3EA9-4C27-A2F1-E80A6D753D5C}"/>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1391944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FC050-B04D-4C88-9B4E-A14D7CF1566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5936E36-B638-4811-A69E-D12FE23F910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6979821-92C4-4C8A-B9DE-F067F61E84A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1685525-2690-4DD9-901A-3B8A0608AB0B}"/>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6" name="Footer Placeholder 5">
            <a:extLst>
              <a:ext uri="{FF2B5EF4-FFF2-40B4-BE49-F238E27FC236}">
                <a16:creationId xmlns:a16="http://schemas.microsoft.com/office/drawing/2014/main" id="{DBEEBAEC-C09F-429A-9CE2-1E9FA99BBA9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06788-7182-4A07-963B-347E99894E66}"/>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676655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6E719-68BA-4C29-A62E-74DB50F1F23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0FA98F9-A3F5-4B64-9F6C-0969591829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01CFB35-7CE1-4707-8F0C-3A7AC5B7C9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53B9892-B0D7-4847-A5F6-60BF4D8506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C253B37-9160-40E4-8D91-4930FBC122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6CAD662-1844-4E64-B8D7-6E378B71D6A3}"/>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8" name="Footer Placeholder 7">
            <a:extLst>
              <a:ext uri="{FF2B5EF4-FFF2-40B4-BE49-F238E27FC236}">
                <a16:creationId xmlns:a16="http://schemas.microsoft.com/office/drawing/2014/main" id="{FE94107F-B28C-463F-BEDC-A19035DCDD5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27A0459-06D8-4C41-80DD-C92C8BFF87AA}"/>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1198237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D500A-617A-4B1E-B402-14B1CEEC342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B563CD0-5D0F-4C8D-A6A0-5D865A1C14A8}"/>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4" name="Footer Placeholder 3">
            <a:extLst>
              <a:ext uri="{FF2B5EF4-FFF2-40B4-BE49-F238E27FC236}">
                <a16:creationId xmlns:a16="http://schemas.microsoft.com/office/drawing/2014/main" id="{8693EB84-E18E-4087-985C-7C53D342EC6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4ADDCA6-4043-4F4B-9F82-B7108B2B0CE3}"/>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1393728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A4F201-4BF2-48BB-ACFE-275994021231}"/>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3" name="Footer Placeholder 2">
            <a:extLst>
              <a:ext uri="{FF2B5EF4-FFF2-40B4-BE49-F238E27FC236}">
                <a16:creationId xmlns:a16="http://schemas.microsoft.com/office/drawing/2014/main" id="{9FFEA30A-1618-4B38-BFEB-90D0DE290F4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3FBBD78-8E79-4411-B044-3FF3B1075797}"/>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2727694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178D9-1A33-40CB-84B7-38278C94F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C7D4213-857E-40FE-900D-77CD8CE0AB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206E99D-2863-4305-99EF-C6AC29965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DE268EB-4057-43F3-B439-A32E0F4E79B7}"/>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6" name="Footer Placeholder 5">
            <a:extLst>
              <a:ext uri="{FF2B5EF4-FFF2-40B4-BE49-F238E27FC236}">
                <a16:creationId xmlns:a16="http://schemas.microsoft.com/office/drawing/2014/main" id="{2D9AD86D-0CC6-46F1-A3DC-DA15A23008D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E363E8B-769F-4D29-85FD-1D363BCFC09D}"/>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1173224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7D252-790B-4055-8F40-EB7DE94990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61DC559-5DAA-4771-B9DD-749DE8A263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DB9A614-A4D0-4C35-92B7-1C4082353D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985FC62-ECBC-47F3-94ED-268D1F6EF2ED}"/>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6" name="Footer Placeholder 5">
            <a:extLst>
              <a:ext uri="{FF2B5EF4-FFF2-40B4-BE49-F238E27FC236}">
                <a16:creationId xmlns:a16="http://schemas.microsoft.com/office/drawing/2014/main" id="{A3DF6F0D-0178-42A4-B419-829AA0B1295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3565E32-D201-474B-B3F2-8160096888A1}"/>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3933743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2E846-6931-4982-A4FD-EEE26D066F0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BA33941-8417-424D-85D1-20F3A1C9B79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8C23A70-3429-4D51-8F18-9DC75D810A24}"/>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5" name="Footer Placeholder 4">
            <a:extLst>
              <a:ext uri="{FF2B5EF4-FFF2-40B4-BE49-F238E27FC236}">
                <a16:creationId xmlns:a16="http://schemas.microsoft.com/office/drawing/2014/main" id="{BF2C0A6B-2209-4AC9-B4E4-002E3CA80E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35A72B-52A0-462F-9EEB-630021D09FFD}"/>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1768351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1327BD-2325-40B6-99F5-DA46C33FE9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6A94EB9-8C52-4212-9554-E7857B38CA7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10934EA-D330-457A-88B7-22C6616F6085}"/>
              </a:ext>
            </a:extLst>
          </p:cNvPr>
          <p:cNvSpPr>
            <a:spLocks noGrp="1"/>
          </p:cNvSpPr>
          <p:nvPr>
            <p:ph type="dt" sz="half" idx="10"/>
          </p:nvPr>
        </p:nvSpPr>
        <p:spPr/>
        <p:txBody>
          <a:bodyPr/>
          <a:lstStyle/>
          <a:p>
            <a:fld id="{5E2D2210-A4F3-4A9F-AA65-7D1B4071E678}" type="datetimeFigureOut">
              <a:rPr lang="en-GB" smtClean="0"/>
              <a:t>21/10/2026</a:t>
            </a:fld>
            <a:endParaRPr lang="en-GB"/>
          </a:p>
        </p:txBody>
      </p:sp>
      <p:sp>
        <p:nvSpPr>
          <p:cNvPr id="5" name="Footer Placeholder 4">
            <a:extLst>
              <a:ext uri="{FF2B5EF4-FFF2-40B4-BE49-F238E27FC236}">
                <a16:creationId xmlns:a16="http://schemas.microsoft.com/office/drawing/2014/main" id="{DADBAEBE-6576-4690-BC5B-C87004A26F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0763EA-8A41-4C9A-A92E-60BB1E9BF8B5}"/>
              </a:ext>
            </a:extLst>
          </p:cNvPr>
          <p:cNvSpPr>
            <a:spLocks noGrp="1"/>
          </p:cNvSpPr>
          <p:nvPr>
            <p:ph type="sldNum" sz="quarter" idx="12"/>
          </p:nvPr>
        </p:nvSpPr>
        <p:spPr/>
        <p:txBody>
          <a:bodyPr/>
          <a:lstStyle/>
          <a:p>
            <a:fld id="{BAD06CE3-E36D-4265-BC86-580BE6C8FCE8}" type="slidenum">
              <a:rPr lang="en-GB" smtClean="0"/>
              <a:t>‹#›</a:t>
            </a:fld>
            <a:endParaRPr lang="en-GB"/>
          </a:p>
        </p:txBody>
      </p:sp>
    </p:spTree>
    <p:extLst>
      <p:ext uri="{BB962C8B-B14F-4D97-AF65-F5344CB8AC3E}">
        <p14:creationId xmlns:p14="http://schemas.microsoft.com/office/powerpoint/2010/main" val="2552401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Free Vienna, Modern, Architecture Background Images, Modern Architecture In  Vienna Photo Background PNG and Vectors"/>
          <p:cNvPicPr>
            <a:picLocks noChangeAspect="1" noChangeArrowheads="1"/>
          </p:cNvPicPr>
          <p:nvPr userDrawn="1"/>
        </p:nvPicPr>
        <p:blipFill rotWithShape="1">
          <a:blip r:embed="rId13">
            <a:duotone>
              <a:schemeClr val="bg2">
                <a:shade val="45000"/>
                <a:satMod val="135000"/>
              </a:schemeClr>
              <a:prstClr val="white"/>
            </a:duotone>
            <a:extLst>
              <a:ext uri="{28A0092B-C50C-407E-A947-70E740481C1C}">
                <a14:useLocalDpi xmlns:a14="http://schemas.microsoft.com/office/drawing/2010/main" val="0"/>
              </a:ext>
            </a:extLst>
          </a:blip>
          <a:srcRect l="16586"/>
          <a:stretch/>
        </p:blipFill>
        <p:spPr bwMode="auto">
          <a:xfrm>
            <a:off x="-19050" y="0"/>
            <a:ext cx="1221105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C0923549-16BB-464F-98DD-A21394514E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221B31-2356-443F-8160-AE9EC82D01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163499-F076-4AEF-B091-C54F6616B7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2D2210-A4F3-4A9F-AA65-7D1B4071E678}" type="datetimeFigureOut">
              <a:rPr lang="en-GB" smtClean="0"/>
              <a:t>21/10/2026</a:t>
            </a:fld>
            <a:endParaRPr lang="en-GB"/>
          </a:p>
        </p:txBody>
      </p:sp>
      <p:sp>
        <p:nvSpPr>
          <p:cNvPr id="5" name="Footer Placeholder 4">
            <a:extLst>
              <a:ext uri="{FF2B5EF4-FFF2-40B4-BE49-F238E27FC236}">
                <a16:creationId xmlns:a16="http://schemas.microsoft.com/office/drawing/2014/main" id="{3FDD1439-F823-4098-9A84-AE24515478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257CD3D-22FE-4F2A-8D72-2AEAFC135F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D06CE3-E36D-4265-BC86-580BE6C8FCE8}" type="slidenum">
              <a:rPr lang="en-GB" smtClean="0"/>
              <a:t>‹#›</a:t>
            </a:fld>
            <a:endParaRPr lang="en-GB"/>
          </a:p>
        </p:txBody>
      </p:sp>
    </p:spTree>
    <p:extLst>
      <p:ext uri="{BB962C8B-B14F-4D97-AF65-F5344CB8AC3E}">
        <p14:creationId xmlns:p14="http://schemas.microsoft.com/office/powerpoint/2010/main" val="2032454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6.xml"/><Relationship Id="rId18" Type="http://schemas.openxmlformats.org/officeDocument/2006/relationships/image" Target="../media/image17.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4.png"/><Relationship Id="rId17" Type="http://schemas.openxmlformats.org/officeDocument/2006/relationships/customXml" Target="../ink/ink8.xml"/><Relationship Id="rId2" Type="http://schemas.openxmlformats.org/officeDocument/2006/relationships/image" Target="../media/image9.jpe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customXml" Target="../ink/ink4.xml"/><Relationship Id="rId1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3" Type="http://schemas.openxmlformats.org/officeDocument/2006/relationships/image" Target="../media/image29.png"/><Relationship Id="rId18" Type="http://schemas.openxmlformats.org/officeDocument/2006/relationships/customXml" Target="../ink/ink17.xml"/><Relationship Id="rId26" Type="http://schemas.openxmlformats.org/officeDocument/2006/relationships/customXml" Target="../ink/ink21.xml"/><Relationship Id="rId39" Type="http://schemas.openxmlformats.org/officeDocument/2006/relationships/image" Target="../media/image42.png"/><Relationship Id="rId21" Type="http://schemas.openxmlformats.org/officeDocument/2006/relationships/image" Target="../media/image33.png"/><Relationship Id="rId34" Type="http://schemas.openxmlformats.org/officeDocument/2006/relationships/customXml" Target="../ink/ink25.xml"/><Relationship Id="rId42" Type="http://schemas.openxmlformats.org/officeDocument/2006/relationships/customXml" Target="../ink/ink29.xml"/><Relationship Id="rId7" Type="http://schemas.openxmlformats.org/officeDocument/2006/relationships/image" Target="../media/image26.png"/><Relationship Id="rId2" Type="http://schemas.openxmlformats.org/officeDocument/2006/relationships/customXml" Target="../ink/ink9.xml"/><Relationship Id="rId16" Type="http://schemas.openxmlformats.org/officeDocument/2006/relationships/customXml" Target="../ink/ink16.xml"/><Relationship Id="rId29"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customXml" Target="../ink/ink11.xml"/><Relationship Id="rId11" Type="http://schemas.openxmlformats.org/officeDocument/2006/relationships/image" Target="../media/image28.png"/><Relationship Id="rId24" Type="http://schemas.openxmlformats.org/officeDocument/2006/relationships/customXml" Target="../ink/ink20.xml"/><Relationship Id="rId32" Type="http://schemas.openxmlformats.org/officeDocument/2006/relationships/customXml" Target="../ink/ink24.xml"/><Relationship Id="rId37" Type="http://schemas.openxmlformats.org/officeDocument/2006/relationships/image" Target="../media/image41.png"/><Relationship Id="rId40" Type="http://schemas.openxmlformats.org/officeDocument/2006/relationships/customXml" Target="../ink/ink28.xml"/><Relationship Id="rId45" Type="http://schemas.openxmlformats.org/officeDocument/2006/relationships/image" Target="../media/image45.png"/><Relationship Id="rId5" Type="http://schemas.openxmlformats.org/officeDocument/2006/relationships/image" Target="../media/image25.png"/><Relationship Id="rId15" Type="http://schemas.openxmlformats.org/officeDocument/2006/relationships/image" Target="../media/image30.png"/><Relationship Id="rId23" Type="http://schemas.openxmlformats.org/officeDocument/2006/relationships/image" Target="../media/image34.png"/><Relationship Id="rId28" Type="http://schemas.openxmlformats.org/officeDocument/2006/relationships/customXml" Target="../ink/ink22.xml"/><Relationship Id="rId36" Type="http://schemas.openxmlformats.org/officeDocument/2006/relationships/customXml" Target="../ink/ink26.xml"/><Relationship Id="rId10" Type="http://schemas.openxmlformats.org/officeDocument/2006/relationships/customXml" Target="../ink/ink13.xml"/><Relationship Id="rId19" Type="http://schemas.openxmlformats.org/officeDocument/2006/relationships/image" Target="../media/image32.png"/><Relationship Id="rId31" Type="http://schemas.openxmlformats.org/officeDocument/2006/relationships/image" Target="../media/image38.png"/><Relationship Id="rId44" Type="http://schemas.openxmlformats.org/officeDocument/2006/relationships/customXml" Target="../ink/ink30.xml"/><Relationship Id="rId4" Type="http://schemas.openxmlformats.org/officeDocument/2006/relationships/customXml" Target="../ink/ink10.xml"/><Relationship Id="rId9" Type="http://schemas.openxmlformats.org/officeDocument/2006/relationships/image" Target="../media/image27.png"/><Relationship Id="rId14" Type="http://schemas.openxmlformats.org/officeDocument/2006/relationships/customXml" Target="../ink/ink15.xml"/><Relationship Id="rId22" Type="http://schemas.openxmlformats.org/officeDocument/2006/relationships/customXml" Target="../ink/ink19.xml"/><Relationship Id="rId27" Type="http://schemas.openxmlformats.org/officeDocument/2006/relationships/image" Target="../media/image36.png"/><Relationship Id="rId30" Type="http://schemas.openxmlformats.org/officeDocument/2006/relationships/customXml" Target="../ink/ink23.xml"/><Relationship Id="rId35" Type="http://schemas.openxmlformats.org/officeDocument/2006/relationships/image" Target="../media/image40.png"/><Relationship Id="rId43" Type="http://schemas.openxmlformats.org/officeDocument/2006/relationships/image" Target="../media/image44.png"/><Relationship Id="rId8" Type="http://schemas.openxmlformats.org/officeDocument/2006/relationships/customXml" Target="../ink/ink12.xml"/><Relationship Id="rId3" Type="http://schemas.openxmlformats.org/officeDocument/2006/relationships/image" Target="../media/image24.png"/><Relationship Id="rId12" Type="http://schemas.openxmlformats.org/officeDocument/2006/relationships/customXml" Target="../ink/ink14.xml"/><Relationship Id="rId17" Type="http://schemas.openxmlformats.org/officeDocument/2006/relationships/image" Target="../media/image31.png"/><Relationship Id="rId25" Type="http://schemas.openxmlformats.org/officeDocument/2006/relationships/image" Target="../media/image35.png"/><Relationship Id="rId33" Type="http://schemas.openxmlformats.org/officeDocument/2006/relationships/image" Target="../media/image39.png"/><Relationship Id="rId38" Type="http://schemas.openxmlformats.org/officeDocument/2006/relationships/customXml" Target="../ink/ink27.xml"/><Relationship Id="rId20" Type="http://schemas.openxmlformats.org/officeDocument/2006/relationships/customXml" Target="../ink/ink18.xml"/><Relationship Id="rId41"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4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5.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DABA-90FF-40A9-A198-51E3B4835660}"/>
              </a:ext>
            </a:extLst>
          </p:cNvPr>
          <p:cNvSpPr>
            <a:spLocks noGrp="1"/>
          </p:cNvSpPr>
          <p:nvPr>
            <p:ph type="ctrTitle"/>
          </p:nvPr>
        </p:nvSpPr>
        <p:spPr/>
        <p:txBody>
          <a:bodyPr/>
          <a:lstStyle/>
          <a:p>
            <a:r>
              <a:rPr lang="en-GB" dirty="0"/>
              <a:t>Architecture</a:t>
            </a:r>
          </a:p>
        </p:txBody>
      </p:sp>
      <p:sp>
        <p:nvSpPr>
          <p:cNvPr id="3" name="Subtitle 2">
            <a:extLst>
              <a:ext uri="{FF2B5EF4-FFF2-40B4-BE49-F238E27FC236}">
                <a16:creationId xmlns:a16="http://schemas.microsoft.com/office/drawing/2014/main" id="{DE6BD200-CED4-40C3-83C7-FD2D05BB96F4}"/>
              </a:ext>
            </a:extLst>
          </p:cNvPr>
          <p:cNvSpPr>
            <a:spLocks noGrp="1"/>
          </p:cNvSpPr>
          <p:nvPr>
            <p:ph type="subTitle" idx="1"/>
          </p:nvPr>
        </p:nvSpPr>
        <p:spPr/>
        <p:txBody>
          <a:bodyPr/>
          <a:lstStyle/>
          <a:p>
            <a:r>
              <a:rPr lang="en-GB" dirty="0"/>
              <a:t>Mr Butler</a:t>
            </a:r>
          </a:p>
        </p:txBody>
      </p:sp>
      <p:pic>
        <p:nvPicPr>
          <p:cNvPr id="2050" name="Picture 2" descr="horizontal_20line_20one.5_large |"/>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776134" y="2205037"/>
            <a:ext cx="7037917" cy="25336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orizontal_20line_20one.5_large |"/>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2480733" y="2128837"/>
            <a:ext cx="7037917"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81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6A579-48F1-4D5B-9C65-3FF22D68A2AB}"/>
              </a:ext>
            </a:extLst>
          </p:cNvPr>
          <p:cNvSpPr>
            <a:spLocks noGrp="1"/>
          </p:cNvSpPr>
          <p:nvPr>
            <p:ph type="title"/>
          </p:nvPr>
        </p:nvSpPr>
        <p:spPr/>
        <p:txBody>
          <a:bodyPr/>
          <a:lstStyle/>
          <a:p>
            <a:r>
              <a:rPr lang="en-GB" dirty="0"/>
              <a:t>You should be able to</a:t>
            </a:r>
          </a:p>
        </p:txBody>
      </p:sp>
      <p:sp>
        <p:nvSpPr>
          <p:cNvPr id="3" name="Content Placeholder 2">
            <a:extLst>
              <a:ext uri="{FF2B5EF4-FFF2-40B4-BE49-F238E27FC236}">
                <a16:creationId xmlns:a16="http://schemas.microsoft.com/office/drawing/2014/main" id="{0ECBE799-2DBD-450E-8B0E-461940894E7D}"/>
              </a:ext>
            </a:extLst>
          </p:cNvPr>
          <p:cNvSpPr>
            <a:spLocks noGrp="1"/>
          </p:cNvSpPr>
          <p:nvPr>
            <p:ph idx="1"/>
          </p:nvPr>
        </p:nvSpPr>
        <p:spPr>
          <a:xfrm>
            <a:off x="-171450" y="1825625"/>
            <a:ext cx="12668250" cy="4351338"/>
          </a:xfrm>
          <a:ln w="38100">
            <a:solidFill>
              <a:srgbClr val="0ED2CF"/>
            </a:solidFill>
          </a:ln>
        </p:spPr>
        <p:txBody>
          <a:bodyPr>
            <a:normAutofit/>
          </a:bodyPr>
          <a:lstStyle/>
          <a:p>
            <a:pPr lvl="0">
              <a:buBlip>
                <a:blip r:embed="rId2"/>
              </a:buBlip>
            </a:pPr>
            <a:r>
              <a:rPr lang="en-GB" dirty="0"/>
              <a:t>describe the internal components of a computer system: processor, clock, main memory, cache memory, buses (address, data and control), I/O controllers, registers and ports;</a:t>
            </a:r>
          </a:p>
          <a:p>
            <a:pPr lvl="0">
              <a:buBlip>
                <a:blip r:embed="rId2"/>
              </a:buBlip>
            </a:pPr>
            <a:r>
              <a:rPr lang="en-GB" dirty="0"/>
              <a:t>describe the fetch-execute cycle;</a:t>
            </a:r>
          </a:p>
          <a:p>
            <a:pPr lvl="0">
              <a:buBlip>
                <a:blip r:embed="rId2"/>
              </a:buBlip>
            </a:pPr>
            <a:r>
              <a:rPr lang="en-GB" dirty="0"/>
              <a:t>evaluate the factors that can influence the speed of processing: processor type and clock speed;</a:t>
            </a:r>
          </a:p>
          <a:p>
            <a:pPr lvl="0">
              <a:buBlip>
                <a:blip r:embed="rId2"/>
              </a:buBlip>
            </a:pPr>
            <a:r>
              <a:rPr lang="en-GB" dirty="0"/>
              <a:t>explain the need for secondary storage;</a:t>
            </a:r>
          </a:p>
          <a:p>
            <a:pPr lvl="0">
              <a:buBlip>
                <a:blip r:embed="rId2"/>
              </a:buBlip>
            </a:pPr>
            <a:r>
              <a:rPr lang="en-GB" dirty="0"/>
              <a:t>describe secondary storage media: magnetic, optical and flash;</a:t>
            </a:r>
          </a:p>
          <a:p>
            <a:pPr lvl="0">
              <a:buBlip>
                <a:blip r:embed="rId2"/>
              </a:buBlip>
            </a:pPr>
            <a:r>
              <a:rPr lang="en-GB" dirty="0"/>
              <a:t>evaluate the use of secondary storage media for common applications;</a:t>
            </a:r>
          </a:p>
          <a:p>
            <a:pPr marL="0" lvl="0" indent="0">
              <a:buNone/>
            </a:pPr>
            <a:endParaRPr lang="en-GB" dirty="0"/>
          </a:p>
          <a:p>
            <a:endParaRPr lang="en-GB" dirty="0"/>
          </a:p>
        </p:txBody>
      </p:sp>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802015" y="5111242"/>
            <a:ext cx="1523335" cy="174675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22376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1BD52-5E6E-4D98-B6A1-D18E9158A648}"/>
              </a:ext>
            </a:extLst>
          </p:cNvPr>
          <p:cNvSpPr>
            <a:spLocks noGrp="1"/>
          </p:cNvSpPr>
          <p:nvPr>
            <p:ph type="title"/>
          </p:nvPr>
        </p:nvSpPr>
        <p:spPr/>
        <p:txBody>
          <a:bodyPr/>
          <a:lstStyle/>
          <a:p>
            <a:r>
              <a:rPr lang="en-GB" dirty="0"/>
              <a:t>The Processor</a:t>
            </a:r>
          </a:p>
        </p:txBody>
      </p:sp>
      <p:sp>
        <p:nvSpPr>
          <p:cNvPr id="3" name="Content Placeholder 2">
            <a:extLst>
              <a:ext uri="{FF2B5EF4-FFF2-40B4-BE49-F238E27FC236}">
                <a16:creationId xmlns:a16="http://schemas.microsoft.com/office/drawing/2014/main" id="{05CED862-12CD-4705-AE8E-A9B5F187B90E}"/>
              </a:ext>
            </a:extLst>
          </p:cNvPr>
          <p:cNvSpPr>
            <a:spLocks noGrp="1"/>
          </p:cNvSpPr>
          <p:nvPr>
            <p:ph idx="1"/>
          </p:nvPr>
        </p:nvSpPr>
        <p:spPr/>
        <p:txBody>
          <a:bodyPr>
            <a:normAutofit fontScale="92500"/>
          </a:bodyPr>
          <a:lstStyle/>
          <a:p>
            <a:pPr>
              <a:buBlip>
                <a:blip r:embed="rId2"/>
              </a:buBlip>
            </a:pPr>
            <a:r>
              <a:rPr lang="en-GB" dirty="0"/>
              <a:t>The </a:t>
            </a:r>
            <a:r>
              <a:rPr lang="en-GB" b="1" dirty="0">
                <a:solidFill>
                  <a:srgbClr val="0ED2CF"/>
                </a:solidFill>
              </a:rPr>
              <a:t>Central Processing Unit (CPU)</a:t>
            </a:r>
            <a:r>
              <a:rPr lang="en-GB" dirty="0">
                <a:solidFill>
                  <a:srgbClr val="0ED2CF"/>
                </a:solidFill>
              </a:rPr>
              <a:t> </a:t>
            </a:r>
            <a:r>
              <a:rPr lang="en-GB" dirty="0"/>
              <a:t>is the main part of the computer, consisting of:</a:t>
            </a:r>
          </a:p>
          <a:p>
            <a:pPr lvl="1"/>
            <a:r>
              <a:rPr lang="en-GB" dirty="0"/>
              <a:t>the </a:t>
            </a:r>
            <a:r>
              <a:rPr lang="en-GB" b="1" dirty="0">
                <a:solidFill>
                  <a:srgbClr val="0ED2CF"/>
                </a:solidFill>
              </a:rPr>
              <a:t>registers</a:t>
            </a:r>
            <a:r>
              <a:rPr lang="en-GB" dirty="0"/>
              <a:t>, </a:t>
            </a:r>
          </a:p>
          <a:p>
            <a:pPr lvl="1"/>
            <a:r>
              <a:rPr lang="en-GB" b="1" dirty="0">
                <a:solidFill>
                  <a:srgbClr val="0ED2CF"/>
                </a:solidFill>
              </a:rPr>
              <a:t>arithmetic logic unit (ALU)</a:t>
            </a:r>
            <a:r>
              <a:rPr lang="en-GB" dirty="0">
                <a:solidFill>
                  <a:srgbClr val="0ED2CF"/>
                </a:solidFill>
              </a:rPr>
              <a:t> </a:t>
            </a:r>
            <a:r>
              <a:rPr lang="en-GB" dirty="0"/>
              <a:t>and </a:t>
            </a:r>
          </a:p>
          <a:p>
            <a:pPr lvl="1"/>
            <a:r>
              <a:rPr lang="en-GB" b="1" dirty="0">
                <a:solidFill>
                  <a:srgbClr val="0ED2CF"/>
                </a:solidFill>
              </a:rPr>
              <a:t>control unit</a:t>
            </a:r>
            <a:r>
              <a:rPr lang="en-GB" b="1" dirty="0"/>
              <a:t>.</a:t>
            </a:r>
            <a:r>
              <a:rPr lang="en-GB" dirty="0"/>
              <a:t> Usually the CPU includes the </a:t>
            </a:r>
            <a:r>
              <a:rPr lang="en-GB" b="1" dirty="0">
                <a:solidFill>
                  <a:srgbClr val="0ED2CF"/>
                </a:solidFill>
              </a:rPr>
              <a:t>main memory</a:t>
            </a:r>
            <a:r>
              <a:rPr lang="en-GB" dirty="0">
                <a:solidFill>
                  <a:srgbClr val="0ED2CF"/>
                </a:solidFill>
              </a:rPr>
              <a:t> </a:t>
            </a:r>
            <a:r>
              <a:rPr lang="en-GB" dirty="0"/>
              <a:t>(Immediate Access Store - IAS). Many computers have more than one processor.</a:t>
            </a:r>
          </a:p>
          <a:p>
            <a:pPr>
              <a:buBlip>
                <a:blip r:embed="rId2"/>
              </a:buBlip>
            </a:pPr>
            <a:r>
              <a:rPr lang="en-GB" dirty="0"/>
              <a:t>A special form of CPU is the </a:t>
            </a:r>
            <a:r>
              <a:rPr lang="en-GB" b="1" i="1" dirty="0">
                <a:solidFill>
                  <a:srgbClr val="0ED2CF"/>
                </a:solidFill>
              </a:rPr>
              <a:t>microprocessor</a:t>
            </a:r>
            <a:r>
              <a:rPr lang="en-GB" dirty="0"/>
              <a:t>, which is used in microcomputers and small computerised devices, e.g. the control circuits of washing machines or mobile phones.</a:t>
            </a:r>
          </a:p>
          <a:p>
            <a:pPr>
              <a:buBlip>
                <a:blip r:embed="rId2"/>
              </a:buBlip>
            </a:pPr>
            <a:r>
              <a:rPr lang="en-GB" dirty="0"/>
              <a:t>A </a:t>
            </a:r>
            <a:r>
              <a:rPr lang="en-GB" b="1" dirty="0">
                <a:solidFill>
                  <a:srgbClr val="0ED2CF"/>
                </a:solidFill>
              </a:rPr>
              <a:t>microprocessor</a:t>
            </a:r>
            <a:r>
              <a:rPr lang="en-GB" dirty="0"/>
              <a:t> is an </a:t>
            </a:r>
            <a:r>
              <a:rPr lang="en-GB" i="1" dirty="0">
                <a:solidFill>
                  <a:srgbClr val="0ED2CF"/>
                </a:solidFill>
              </a:rPr>
              <a:t>integrated circuit where the components of the CPU excluding the main memory, are combined as a single unit</a:t>
            </a:r>
            <a:r>
              <a:rPr lang="en-GB" dirty="0"/>
              <a:t>. Microprocessors are manufactured for use in microcomputers and small computerised devices. </a:t>
            </a:r>
          </a:p>
          <a:p>
            <a:endParaRPr lang="en-GB" dirty="0"/>
          </a:p>
        </p:txBody>
      </p:sp>
    </p:spTree>
    <p:extLst>
      <p:ext uri="{BB962C8B-B14F-4D97-AF65-F5344CB8AC3E}">
        <p14:creationId xmlns:p14="http://schemas.microsoft.com/office/powerpoint/2010/main" val="1318558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RISC vs CISC - Detailed Explanation of Difference between RISC and CISC  Embedded Architecture"/>
          <p:cNvPicPr>
            <a:picLocks noChangeAspect="1" noChangeArrowheads="1"/>
          </p:cNvPicPr>
          <p:nvPr/>
        </p:nvPicPr>
        <p:blipFill rotWithShape="1">
          <a:blip r:embed="rId2">
            <a:extLst>
              <a:ext uri="{28A0092B-C50C-407E-A947-70E740481C1C}">
                <a14:useLocalDpi xmlns:a14="http://schemas.microsoft.com/office/drawing/2010/main" val="0"/>
              </a:ext>
            </a:extLst>
          </a:blip>
          <a:srcRect l="59200"/>
          <a:stretch/>
        </p:blipFill>
        <p:spPr bwMode="auto">
          <a:xfrm>
            <a:off x="9277350" y="2492374"/>
            <a:ext cx="2914650" cy="3190876"/>
          </a:xfrm>
          <a:prstGeom prst="rect">
            <a:avLst/>
          </a:prstGeom>
          <a:noFill/>
          <a:ln w="76200">
            <a:solidFill>
              <a:srgbClr val="0ED2CF"/>
            </a:solidFill>
          </a:ln>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241730A-79E0-4C25-BA5E-60A84CB5602D}"/>
              </a:ext>
            </a:extLst>
          </p:cNvPr>
          <p:cNvSpPr>
            <a:spLocks noGrp="1"/>
          </p:cNvSpPr>
          <p:nvPr>
            <p:ph type="title"/>
          </p:nvPr>
        </p:nvSpPr>
        <p:spPr/>
        <p:txBody>
          <a:bodyPr/>
          <a:lstStyle/>
          <a:p>
            <a:r>
              <a:rPr lang="en-GB" dirty="0"/>
              <a:t>There are two approaches to the design of Microprocessors:</a:t>
            </a:r>
          </a:p>
        </p:txBody>
      </p:sp>
      <p:sp>
        <p:nvSpPr>
          <p:cNvPr id="3" name="Content Placeholder 2">
            <a:extLst>
              <a:ext uri="{FF2B5EF4-FFF2-40B4-BE49-F238E27FC236}">
                <a16:creationId xmlns:a16="http://schemas.microsoft.com/office/drawing/2014/main" id="{D37E1A7E-F77E-4898-B0A2-7D1D6BE32284}"/>
              </a:ext>
            </a:extLst>
          </p:cNvPr>
          <p:cNvSpPr>
            <a:spLocks noGrp="1"/>
          </p:cNvSpPr>
          <p:nvPr>
            <p:ph idx="1"/>
          </p:nvPr>
        </p:nvSpPr>
        <p:spPr>
          <a:xfrm>
            <a:off x="285750" y="1825624"/>
            <a:ext cx="8991600" cy="4899026"/>
          </a:xfrm>
        </p:spPr>
        <p:txBody>
          <a:bodyPr>
            <a:normAutofit/>
          </a:bodyPr>
          <a:lstStyle/>
          <a:p>
            <a:pPr marL="514350" lvl="0" indent="-514350">
              <a:buFont typeface="+mj-lt"/>
              <a:buAutoNum type="arabicPeriod"/>
            </a:pPr>
            <a:r>
              <a:rPr lang="en-GB" b="1" dirty="0"/>
              <a:t> Complex Instruction Set Computer (CISC).</a:t>
            </a:r>
            <a:r>
              <a:rPr lang="en-GB" dirty="0"/>
              <a:t> </a:t>
            </a:r>
          </a:p>
          <a:p>
            <a:pPr lvl="1"/>
            <a:r>
              <a:rPr lang="en-GB" dirty="0"/>
              <a:t>This is a design that produces a complicated and expensive integrated circuit capable of performing a large variety of complex operations. </a:t>
            </a:r>
          </a:p>
          <a:p>
            <a:pPr lvl="1"/>
            <a:r>
              <a:rPr lang="en-GB" dirty="0"/>
              <a:t>Integrated circuits made to these designs can perform complex operations very efficiently with a small number of machine instructions.</a:t>
            </a:r>
          </a:p>
          <a:p>
            <a:pPr lvl="1"/>
            <a:r>
              <a:rPr lang="en-GB" dirty="0"/>
              <a:t>The complexity of the circuitry makes them relatively slow to perform each machine instruction, expensive to produce and they have high power consumption. </a:t>
            </a:r>
          </a:p>
          <a:p>
            <a:pPr lvl="1"/>
            <a:r>
              <a:rPr lang="en-GB" dirty="0"/>
              <a:t>They are usually used for general purpose computers.</a:t>
            </a:r>
          </a:p>
          <a:p>
            <a:pPr marL="304800" indent="0">
              <a:buNone/>
            </a:pPr>
            <a:endParaRPr lang="en-GB" dirty="0"/>
          </a:p>
        </p:txBody>
      </p:sp>
    </p:spTree>
    <p:extLst>
      <p:ext uri="{BB962C8B-B14F-4D97-AF65-F5344CB8AC3E}">
        <p14:creationId xmlns:p14="http://schemas.microsoft.com/office/powerpoint/2010/main" val="173566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ISC vs CISC - Detailed Explanation of Difference between RISC and CISC  Embedded Architecture"/>
          <p:cNvPicPr>
            <a:picLocks noChangeAspect="1" noChangeArrowheads="1"/>
          </p:cNvPicPr>
          <p:nvPr/>
        </p:nvPicPr>
        <p:blipFill rotWithShape="1">
          <a:blip r:embed="rId2">
            <a:extLst>
              <a:ext uri="{28A0092B-C50C-407E-A947-70E740481C1C}">
                <a14:useLocalDpi xmlns:a14="http://schemas.microsoft.com/office/drawing/2010/main" val="0"/>
              </a:ext>
            </a:extLst>
          </a:blip>
          <a:srcRect r="52533"/>
          <a:stretch/>
        </p:blipFill>
        <p:spPr bwMode="auto">
          <a:xfrm>
            <a:off x="0" y="2679699"/>
            <a:ext cx="3390900" cy="3190876"/>
          </a:xfrm>
          <a:prstGeom prst="rect">
            <a:avLst/>
          </a:prstGeom>
          <a:noFill/>
          <a:ln w="76200">
            <a:solidFill>
              <a:srgbClr val="0ED2CF"/>
            </a:solidFill>
          </a:ln>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241730A-79E0-4C25-BA5E-60A84CB5602D}"/>
              </a:ext>
            </a:extLst>
          </p:cNvPr>
          <p:cNvSpPr>
            <a:spLocks noGrp="1"/>
          </p:cNvSpPr>
          <p:nvPr>
            <p:ph type="title"/>
          </p:nvPr>
        </p:nvSpPr>
        <p:spPr/>
        <p:txBody>
          <a:bodyPr/>
          <a:lstStyle/>
          <a:p>
            <a:r>
              <a:rPr lang="en-GB" dirty="0"/>
              <a:t>There are two approaches to the design of Microprocessors:</a:t>
            </a:r>
          </a:p>
        </p:txBody>
      </p:sp>
      <p:sp>
        <p:nvSpPr>
          <p:cNvPr id="3" name="Content Placeholder 2">
            <a:extLst>
              <a:ext uri="{FF2B5EF4-FFF2-40B4-BE49-F238E27FC236}">
                <a16:creationId xmlns:a16="http://schemas.microsoft.com/office/drawing/2014/main" id="{D37E1A7E-F77E-4898-B0A2-7D1D6BE32284}"/>
              </a:ext>
            </a:extLst>
          </p:cNvPr>
          <p:cNvSpPr>
            <a:spLocks noGrp="1"/>
          </p:cNvSpPr>
          <p:nvPr>
            <p:ph idx="1"/>
          </p:nvPr>
        </p:nvSpPr>
        <p:spPr>
          <a:xfrm>
            <a:off x="3390900" y="1825624"/>
            <a:ext cx="8515350" cy="4899026"/>
          </a:xfrm>
        </p:spPr>
        <p:txBody>
          <a:bodyPr>
            <a:normAutofit/>
          </a:bodyPr>
          <a:lstStyle/>
          <a:p>
            <a:pPr marL="0" lvl="0" indent="0">
              <a:buNone/>
            </a:pPr>
            <a:r>
              <a:rPr lang="en-GB" b="1" dirty="0"/>
              <a:t>2. Reduced Instruction Set Computer (RISC).</a:t>
            </a:r>
            <a:r>
              <a:rPr lang="en-GB" dirty="0"/>
              <a:t> </a:t>
            </a:r>
          </a:p>
          <a:p>
            <a:pPr lvl="1"/>
            <a:r>
              <a:rPr lang="en-GB" dirty="0"/>
              <a:t>This is a design that produces a simple cheap integrated circuit with a basic range of machine instructions. </a:t>
            </a:r>
          </a:p>
          <a:p>
            <a:pPr lvl="1"/>
            <a:r>
              <a:rPr lang="en-GB" dirty="0"/>
              <a:t>Integrated circuits made to these designs are fast and rely on speed to perform complex operations by using several machine instructions.  </a:t>
            </a:r>
          </a:p>
          <a:p>
            <a:pPr lvl="1"/>
            <a:r>
              <a:rPr lang="en-GB" dirty="0"/>
              <a:t>It can be customised cheaply and for specific applications and is particularly suited to specialised applications that require fast but limited processing or have environmental considerations such as low power consumption. </a:t>
            </a:r>
          </a:p>
          <a:p>
            <a:pPr lvl="1"/>
            <a:r>
              <a:rPr lang="en-GB" dirty="0"/>
              <a:t>Typical applications include laser printers, MP3 players, personal organisers, mobile phones and most games consoles.</a:t>
            </a:r>
          </a:p>
          <a:p>
            <a:endParaRPr lang="en-GB" dirty="0"/>
          </a:p>
        </p:txBody>
      </p:sp>
    </p:spTree>
    <p:extLst>
      <p:ext uri="{BB962C8B-B14F-4D97-AF65-F5344CB8AC3E}">
        <p14:creationId xmlns:p14="http://schemas.microsoft.com/office/powerpoint/2010/main" val="445291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D6EE7-E80A-4738-9524-175BAB2BF387}"/>
              </a:ext>
            </a:extLst>
          </p:cNvPr>
          <p:cNvSpPr>
            <a:spLocks noGrp="1"/>
          </p:cNvSpPr>
          <p:nvPr>
            <p:ph type="title"/>
          </p:nvPr>
        </p:nvSpPr>
        <p:spPr/>
        <p:txBody>
          <a:bodyPr/>
          <a:lstStyle/>
          <a:p>
            <a:r>
              <a:rPr lang="en-GB" dirty="0"/>
              <a:t>Instruction Set</a:t>
            </a:r>
          </a:p>
        </p:txBody>
      </p:sp>
      <p:sp>
        <p:nvSpPr>
          <p:cNvPr id="3" name="Content Placeholder 2">
            <a:extLst>
              <a:ext uri="{FF2B5EF4-FFF2-40B4-BE49-F238E27FC236}">
                <a16:creationId xmlns:a16="http://schemas.microsoft.com/office/drawing/2014/main" id="{6463E3E2-ED36-4C92-924D-50BA01FAE7CA}"/>
              </a:ext>
            </a:extLst>
          </p:cNvPr>
          <p:cNvSpPr>
            <a:spLocks noGrp="1"/>
          </p:cNvSpPr>
          <p:nvPr>
            <p:ph idx="1"/>
          </p:nvPr>
        </p:nvSpPr>
        <p:spPr/>
        <p:txBody>
          <a:bodyPr/>
          <a:lstStyle/>
          <a:p>
            <a:r>
              <a:rPr lang="en-GB" dirty="0"/>
              <a:t>This </a:t>
            </a:r>
            <a:r>
              <a:rPr lang="en-GB" i="1" dirty="0">
                <a:solidFill>
                  <a:srgbClr val="0ED2CF"/>
                </a:solidFill>
              </a:rPr>
              <a:t>is the complete collection of instructions that are used by a particular type of central processor. </a:t>
            </a:r>
          </a:p>
          <a:p>
            <a:r>
              <a:rPr lang="en-GB" dirty="0"/>
              <a:t>These are the instructions available for use in </a:t>
            </a:r>
            <a:r>
              <a:rPr lang="en-GB" b="1" dirty="0">
                <a:solidFill>
                  <a:srgbClr val="0ED2CF"/>
                </a:solidFill>
              </a:rPr>
              <a:t>machine-code programs</a:t>
            </a:r>
            <a:r>
              <a:rPr lang="en-GB" dirty="0"/>
              <a:t> or </a:t>
            </a:r>
            <a:r>
              <a:rPr lang="en-GB" b="1" dirty="0">
                <a:solidFill>
                  <a:srgbClr val="0ED2CF"/>
                </a:solidFill>
              </a:rPr>
              <a:t>assembly-language programs</a:t>
            </a:r>
            <a:r>
              <a:rPr lang="en-GB" dirty="0">
                <a:solidFill>
                  <a:srgbClr val="0ED2CF"/>
                </a:solidFill>
              </a:rPr>
              <a:t> </a:t>
            </a:r>
            <a:r>
              <a:rPr lang="en-GB" dirty="0"/>
              <a:t>for that computer. </a:t>
            </a:r>
          </a:p>
          <a:p>
            <a:r>
              <a:rPr lang="en-GB" dirty="0"/>
              <a:t>The instruction set is part of the design of a central processor or microprocessor and so, the machine code of different types of computer are rarely compatible.  </a:t>
            </a:r>
          </a:p>
          <a:p>
            <a:endParaRPr lang="en-GB" dirty="0"/>
          </a:p>
        </p:txBody>
      </p:sp>
    </p:spTree>
    <p:extLst>
      <p:ext uri="{BB962C8B-B14F-4D97-AF65-F5344CB8AC3E}">
        <p14:creationId xmlns:p14="http://schemas.microsoft.com/office/powerpoint/2010/main" val="2938692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75C03-CFD0-412A-8E5B-7BA1D60F2344}"/>
              </a:ext>
            </a:extLst>
          </p:cNvPr>
          <p:cNvSpPr>
            <a:spLocks noGrp="1"/>
          </p:cNvSpPr>
          <p:nvPr>
            <p:ph type="title"/>
          </p:nvPr>
        </p:nvSpPr>
        <p:spPr/>
        <p:txBody>
          <a:bodyPr/>
          <a:lstStyle/>
          <a:p>
            <a:r>
              <a:rPr lang="en-GB" dirty="0"/>
              <a:t>Machine Code Instructions</a:t>
            </a:r>
          </a:p>
        </p:txBody>
      </p:sp>
      <p:sp>
        <p:nvSpPr>
          <p:cNvPr id="3" name="Content Placeholder 2">
            <a:extLst>
              <a:ext uri="{FF2B5EF4-FFF2-40B4-BE49-F238E27FC236}">
                <a16:creationId xmlns:a16="http://schemas.microsoft.com/office/drawing/2014/main" id="{D49DA707-058C-4371-969D-1C8B3062E95D}"/>
              </a:ext>
            </a:extLst>
          </p:cNvPr>
          <p:cNvSpPr>
            <a:spLocks noGrp="1"/>
          </p:cNvSpPr>
          <p:nvPr>
            <p:ph idx="1"/>
          </p:nvPr>
        </p:nvSpPr>
        <p:spPr/>
        <p:txBody>
          <a:bodyPr/>
          <a:lstStyle/>
          <a:p>
            <a:r>
              <a:rPr lang="en-GB" dirty="0"/>
              <a:t>A machine code instruction is </a:t>
            </a:r>
            <a:r>
              <a:rPr lang="en-GB" i="1" dirty="0">
                <a:solidFill>
                  <a:srgbClr val="0ED2CF"/>
                </a:solidFill>
              </a:rPr>
              <a:t>a binary code that can be directly executed by the computer. </a:t>
            </a:r>
            <a:r>
              <a:rPr lang="en-GB" dirty="0"/>
              <a:t>Each type of computer has a set of binary codes that are recognised by its processor as instructions (the Instruction Set).  </a:t>
            </a:r>
          </a:p>
          <a:p>
            <a:r>
              <a:rPr lang="en-GB" dirty="0"/>
              <a:t>Each type of processor has a different instruction set. These are the only instructions that can be used to control the computer. </a:t>
            </a:r>
          </a:p>
          <a:p>
            <a:r>
              <a:rPr lang="en-GB" dirty="0"/>
              <a:t>Other instructions (such as those written in Pascal or C# etc) must be converted into appropriate machine code instructions before they can be executed by the computer.</a:t>
            </a:r>
          </a:p>
          <a:p>
            <a:endParaRPr lang="en-GB" dirty="0"/>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backgroundRemoval t="0" b="100000" l="0" r="100000">
                        <a14:foregroundMark x1="32444" y1="70667" x2="39556" y2="46667"/>
                        <a14:foregroundMark x1="41333" y1="68444" x2="47111" y2="49333"/>
                        <a14:foregroundMark x1="47111" y1="67556" x2="40444" y2="51111"/>
                        <a14:foregroundMark x1="51556" y1="60889" x2="30667" y2="57333"/>
                        <a14:foregroundMark x1="25333" y1="64444" x2="33778" y2="47111"/>
                        <a14:foregroundMark x1="46222" y1="33333" x2="73333" y2="28000"/>
                        <a14:foregroundMark x1="68000" y1="70667" x2="77778" y2="51556"/>
                        <a14:foregroundMark x1="79556" y1="68889" x2="55111" y2="49778"/>
                        <a14:foregroundMark x1="65333" y1="68889" x2="75111" y2="59556"/>
                      </a14:backgroundRemoval>
                    </a14:imgEffect>
                  </a14:imgLayer>
                </a14:imgProps>
              </a:ext>
            </a:extLst>
          </a:blip>
          <a:stretch>
            <a:fillRect/>
          </a:stretch>
        </p:blipFill>
        <p:spPr>
          <a:xfrm>
            <a:off x="10943229" y="5622877"/>
            <a:ext cx="1194179" cy="1194179"/>
          </a:xfrm>
          <a:prstGeom prst="rect">
            <a:avLst/>
          </a:prstGeom>
          <a:ln>
            <a:no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67421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75C03-CFD0-412A-8E5B-7BA1D60F2344}"/>
              </a:ext>
            </a:extLst>
          </p:cNvPr>
          <p:cNvSpPr>
            <a:spLocks noGrp="1"/>
          </p:cNvSpPr>
          <p:nvPr>
            <p:ph type="title"/>
          </p:nvPr>
        </p:nvSpPr>
        <p:spPr/>
        <p:txBody>
          <a:bodyPr/>
          <a:lstStyle/>
          <a:p>
            <a:r>
              <a:rPr lang="en-GB" dirty="0"/>
              <a:t>Machine Code Instructions</a:t>
            </a:r>
          </a:p>
        </p:txBody>
      </p:sp>
      <p:sp>
        <p:nvSpPr>
          <p:cNvPr id="3" name="Content Placeholder 2">
            <a:extLst>
              <a:ext uri="{FF2B5EF4-FFF2-40B4-BE49-F238E27FC236}">
                <a16:creationId xmlns:a16="http://schemas.microsoft.com/office/drawing/2014/main" id="{D49DA707-058C-4371-969D-1C8B3062E95D}"/>
              </a:ext>
            </a:extLst>
          </p:cNvPr>
          <p:cNvSpPr>
            <a:spLocks noGrp="1"/>
          </p:cNvSpPr>
          <p:nvPr>
            <p:ph idx="1"/>
          </p:nvPr>
        </p:nvSpPr>
        <p:spPr>
          <a:xfrm>
            <a:off x="368488" y="1852921"/>
            <a:ext cx="11068335" cy="4667250"/>
          </a:xfrm>
        </p:spPr>
        <p:txBody>
          <a:bodyPr>
            <a:normAutofit lnSpcReduction="10000"/>
          </a:bodyPr>
          <a:lstStyle/>
          <a:p>
            <a:r>
              <a:rPr lang="en-GB" dirty="0"/>
              <a:t>Each instruction is a binary pattern that can be decoded by the Control Unit. It consists of several fields, including the </a:t>
            </a:r>
            <a:r>
              <a:rPr lang="en-GB" i="1" dirty="0"/>
              <a:t>operation code field</a:t>
            </a:r>
            <a:r>
              <a:rPr lang="en-GB" dirty="0"/>
              <a:t> and usually an </a:t>
            </a:r>
            <a:r>
              <a:rPr lang="en-GB" i="1" dirty="0"/>
              <a:t>address field.</a:t>
            </a:r>
            <a:r>
              <a:rPr lang="en-GB" dirty="0"/>
              <a:t>  The </a:t>
            </a:r>
            <a:r>
              <a:rPr lang="en-GB" b="1" dirty="0">
                <a:solidFill>
                  <a:srgbClr val="0ED2CF"/>
                </a:solidFill>
              </a:rPr>
              <a:t>operation code</a:t>
            </a:r>
            <a:r>
              <a:rPr lang="en-GB" dirty="0">
                <a:solidFill>
                  <a:srgbClr val="0ED2CF"/>
                </a:solidFill>
              </a:rPr>
              <a:t> </a:t>
            </a:r>
            <a:r>
              <a:rPr lang="en-GB" dirty="0"/>
              <a:t>field is the part of the binary code for the instruction to be carried out (</a:t>
            </a:r>
            <a:r>
              <a:rPr lang="en-GB" dirty="0" err="1"/>
              <a:t>eg</a:t>
            </a:r>
            <a:r>
              <a:rPr lang="en-GB" dirty="0"/>
              <a:t> JUMP or ADD).</a:t>
            </a:r>
          </a:p>
          <a:p>
            <a:r>
              <a:rPr lang="en-GB" dirty="0"/>
              <a:t>An </a:t>
            </a:r>
            <a:r>
              <a:rPr lang="en-GB" b="1" dirty="0">
                <a:solidFill>
                  <a:srgbClr val="0ED2CF"/>
                </a:solidFill>
              </a:rPr>
              <a:t>address field</a:t>
            </a:r>
            <a:r>
              <a:rPr lang="en-GB" dirty="0">
                <a:solidFill>
                  <a:srgbClr val="0ED2CF"/>
                </a:solidFill>
              </a:rPr>
              <a:t> </a:t>
            </a:r>
            <a:r>
              <a:rPr lang="en-GB" dirty="0"/>
              <a:t>gives the address where the data to be used in the operation can be found. </a:t>
            </a:r>
          </a:p>
          <a:p>
            <a:pPr lvl="1"/>
            <a:r>
              <a:rPr lang="en-GB" dirty="0"/>
              <a:t>It is sometimes called the </a:t>
            </a:r>
            <a:r>
              <a:rPr lang="en-GB" b="1" dirty="0">
                <a:solidFill>
                  <a:srgbClr val="0ED2CF"/>
                </a:solidFill>
              </a:rPr>
              <a:t>operand field</a:t>
            </a:r>
            <a:r>
              <a:rPr lang="en-GB" dirty="0">
                <a:solidFill>
                  <a:srgbClr val="0ED2CF"/>
                </a:solidFill>
              </a:rPr>
              <a:t> </a:t>
            </a:r>
            <a:r>
              <a:rPr lang="en-GB" dirty="0"/>
              <a:t>or simply the operand. </a:t>
            </a:r>
          </a:p>
          <a:p>
            <a:r>
              <a:rPr lang="en-GB" dirty="0"/>
              <a:t>The most common format of a machine code instruction consists of two fields, the operation code field and the address field. </a:t>
            </a:r>
          </a:p>
          <a:p>
            <a:pPr lvl="1"/>
            <a:r>
              <a:rPr lang="en-GB" dirty="0"/>
              <a:t>This is known as a single address instruction. (Multiple address instructions have more than two fields and there is always an operation code filed and at least two address fields). </a:t>
            </a:r>
          </a:p>
          <a:p>
            <a:pPr marL="0" indent="0">
              <a:buNone/>
            </a:pPr>
            <a:endParaRPr lang="en-GB"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ackgroundRemoval t="0" b="100000" l="0" r="100000">
                        <a14:foregroundMark x1="32444" y1="70667" x2="39556" y2="46667"/>
                        <a14:foregroundMark x1="41333" y1="68444" x2="47111" y2="49333"/>
                        <a14:foregroundMark x1="47111" y1="67556" x2="40444" y2="51111"/>
                        <a14:foregroundMark x1="51556" y1="60889" x2="30667" y2="57333"/>
                        <a14:foregroundMark x1="25333" y1="64444" x2="33778" y2="47111"/>
                        <a14:foregroundMark x1="46222" y1="33333" x2="73333" y2="28000"/>
                        <a14:foregroundMark x1="68000" y1="70667" x2="77778" y2="51556"/>
                        <a14:foregroundMark x1="79556" y1="68889" x2="55111" y2="49778"/>
                        <a14:foregroundMark x1="65333" y1="68889" x2="75111" y2="59556"/>
                      </a14:backgroundRemoval>
                    </a14:imgEffect>
                  </a14:imgLayer>
                </a14:imgProps>
              </a:ext>
            </a:extLst>
          </a:blip>
          <a:stretch>
            <a:fillRect/>
          </a:stretch>
        </p:blipFill>
        <p:spPr>
          <a:xfrm>
            <a:off x="10943229" y="5622877"/>
            <a:ext cx="1194179" cy="1194179"/>
          </a:xfrm>
          <a:prstGeom prst="rect">
            <a:avLst/>
          </a:prstGeom>
          <a:ln>
            <a:no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617624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4A673-98AD-4449-9C32-E3A3E89153B9}"/>
              </a:ext>
            </a:extLst>
          </p:cNvPr>
          <p:cNvSpPr>
            <a:spLocks noGrp="1"/>
          </p:cNvSpPr>
          <p:nvPr>
            <p:ph type="title"/>
          </p:nvPr>
        </p:nvSpPr>
        <p:spPr/>
        <p:txBody>
          <a:bodyPr/>
          <a:lstStyle/>
          <a:p>
            <a:r>
              <a:rPr lang="en-GB" dirty="0"/>
              <a:t>Internal Components</a:t>
            </a:r>
          </a:p>
        </p:txBody>
      </p:sp>
      <p:sp>
        <p:nvSpPr>
          <p:cNvPr id="3" name="Content Placeholder 2">
            <a:extLst>
              <a:ext uri="{FF2B5EF4-FFF2-40B4-BE49-F238E27FC236}">
                <a16:creationId xmlns:a16="http://schemas.microsoft.com/office/drawing/2014/main" id="{57D75054-F257-415B-9DE4-64AEE366F7ED}"/>
              </a:ext>
            </a:extLst>
          </p:cNvPr>
          <p:cNvSpPr>
            <a:spLocks noGrp="1"/>
          </p:cNvSpPr>
          <p:nvPr>
            <p:ph idx="1"/>
          </p:nvPr>
        </p:nvSpPr>
        <p:spPr/>
        <p:txBody>
          <a:bodyPr/>
          <a:lstStyle/>
          <a:p>
            <a:r>
              <a:rPr lang="en-GB" dirty="0"/>
              <a:t>Computer systems generally consist of three main components: </a:t>
            </a:r>
          </a:p>
          <a:p>
            <a:pPr lvl="1"/>
            <a:r>
              <a:rPr lang="en-GB" dirty="0"/>
              <a:t>the internal components that are involved in processing data and/or a </a:t>
            </a:r>
            <a:r>
              <a:rPr lang="en-GB" dirty="0">
                <a:solidFill>
                  <a:srgbClr val="0ED2CF"/>
                </a:solidFill>
              </a:rPr>
              <a:t>set of instructions </a:t>
            </a:r>
            <a:r>
              <a:rPr lang="en-GB" dirty="0"/>
              <a:t>in the form of a </a:t>
            </a:r>
            <a:r>
              <a:rPr lang="en-GB" dirty="0">
                <a:solidFill>
                  <a:srgbClr val="0ED2CF"/>
                </a:solidFill>
              </a:rPr>
              <a:t>computer program</a:t>
            </a:r>
            <a:r>
              <a:rPr lang="en-GB" dirty="0"/>
              <a:t>, </a:t>
            </a:r>
          </a:p>
          <a:p>
            <a:pPr lvl="1"/>
            <a:r>
              <a:rPr lang="en-GB" dirty="0">
                <a:solidFill>
                  <a:srgbClr val="0ED2CF"/>
                </a:solidFill>
              </a:rPr>
              <a:t>memory</a:t>
            </a:r>
            <a:r>
              <a:rPr lang="en-GB" dirty="0"/>
              <a:t> which holds the programs and data being processed and </a:t>
            </a:r>
          </a:p>
          <a:p>
            <a:pPr lvl="1"/>
            <a:r>
              <a:rPr lang="en-GB" dirty="0">
                <a:solidFill>
                  <a:srgbClr val="0ED2CF"/>
                </a:solidFill>
              </a:rPr>
              <a:t>input /output devices</a:t>
            </a:r>
            <a:r>
              <a:rPr lang="en-GB" dirty="0"/>
              <a:t>; used for communication with the outside world.</a:t>
            </a:r>
          </a:p>
          <a:p>
            <a:endParaRPr lang="en-GB" dirty="0"/>
          </a:p>
        </p:txBody>
      </p:sp>
      <p:pic>
        <p:nvPicPr>
          <p:cNvPr id="2050" name="Picture 2" descr="CompTIA Internal Components Diagram | Quizl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8591" y="4047414"/>
            <a:ext cx="2706806" cy="2706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594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ACB2D-7976-4B8E-8366-2D6E14A2FB19}"/>
              </a:ext>
            </a:extLst>
          </p:cNvPr>
          <p:cNvSpPr>
            <a:spLocks noGrp="1"/>
          </p:cNvSpPr>
          <p:nvPr>
            <p:ph type="title"/>
          </p:nvPr>
        </p:nvSpPr>
        <p:spPr/>
        <p:txBody>
          <a:bodyPr/>
          <a:lstStyle/>
          <a:p>
            <a:r>
              <a:rPr lang="en-GB" dirty="0"/>
              <a:t>Processor</a:t>
            </a:r>
          </a:p>
        </p:txBody>
      </p:sp>
      <p:sp>
        <p:nvSpPr>
          <p:cNvPr id="3" name="Content Placeholder 2">
            <a:extLst>
              <a:ext uri="{FF2B5EF4-FFF2-40B4-BE49-F238E27FC236}">
                <a16:creationId xmlns:a16="http://schemas.microsoft.com/office/drawing/2014/main" id="{31C04ECE-4152-457E-8FA7-F7069AB1BC0B}"/>
              </a:ext>
            </a:extLst>
          </p:cNvPr>
          <p:cNvSpPr>
            <a:spLocks noGrp="1"/>
          </p:cNvSpPr>
          <p:nvPr>
            <p:ph idx="1"/>
          </p:nvPr>
        </p:nvSpPr>
        <p:spPr/>
        <p:txBody>
          <a:bodyPr anchor="ctr"/>
          <a:lstStyle/>
          <a:p>
            <a:r>
              <a:rPr lang="en-GB" dirty="0"/>
              <a:t>The </a:t>
            </a:r>
            <a:r>
              <a:rPr lang="en-GB" b="1" dirty="0">
                <a:solidFill>
                  <a:srgbClr val="0ED2CF"/>
                </a:solidFill>
              </a:rPr>
              <a:t>processor</a:t>
            </a:r>
            <a:r>
              <a:rPr lang="en-GB" b="1" dirty="0"/>
              <a:t> </a:t>
            </a:r>
            <a:r>
              <a:rPr lang="en-GB" dirty="0"/>
              <a:t>consists of the </a:t>
            </a:r>
            <a:r>
              <a:rPr lang="en-GB" b="1" dirty="0">
                <a:solidFill>
                  <a:srgbClr val="0ED2CF"/>
                </a:solidFill>
              </a:rPr>
              <a:t>Control Unit </a:t>
            </a:r>
            <a:r>
              <a:rPr lang="en-GB" dirty="0"/>
              <a:t>(CU), a series of </a:t>
            </a:r>
            <a:r>
              <a:rPr lang="en-GB" b="1" dirty="0">
                <a:solidFill>
                  <a:srgbClr val="0ED2CF"/>
                </a:solidFill>
              </a:rPr>
              <a:t>registers</a:t>
            </a:r>
            <a:r>
              <a:rPr lang="en-GB" dirty="0"/>
              <a:t> and the </a:t>
            </a:r>
            <a:r>
              <a:rPr lang="en-GB" b="1" dirty="0">
                <a:solidFill>
                  <a:srgbClr val="0ED2CF"/>
                </a:solidFill>
              </a:rPr>
              <a:t>Arithmetic Logic Unit </a:t>
            </a:r>
            <a:r>
              <a:rPr lang="en-GB" dirty="0"/>
              <a:t>(ALU).</a:t>
            </a:r>
          </a:p>
          <a:p>
            <a:endParaRPr lang="en-GB" dirty="0"/>
          </a:p>
        </p:txBody>
      </p:sp>
      <p:sp>
        <p:nvSpPr>
          <p:cNvPr id="5" name="Rectangle 4">
            <a:extLst>
              <a:ext uri="{FF2B5EF4-FFF2-40B4-BE49-F238E27FC236}">
                <a16:creationId xmlns:a16="http://schemas.microsoft.com/office/drawing/2014/main" id="{182FEECB-235E-42B5-A176-6B5AA1472762}"/>
              </a:ext>
            </a:extLst>
          </p:cNvPr>
          <p:cNvSpPr/>
          <p:nvPr/>
        </p:nvSpPr>
        <p:spPr>
          <a:xfrm>
            <a:off x="8448675" y="3948806"/>
            <a:ext cx="3743325" cy="2038350"/>
          </a:xfrm>
          <a:prstGeom prst="rect">
            <a:avLst/>
          </a:prstGeom>
          <a:solidFill>
            <a:srgbClr val="0ED2CF"/>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b="1">
                <a:solidFill>
                  <a:srgbClr val="000000"/>
                </a:solidFill>
                <a:effectLst/>
                <a:ea typeface="Calibri" panose="020F0502020204030204" pitchFamily="34" charset="0"/>
                <a:cs typeface="Times New Roman" panose="02020603050405020304" pitchFamily="18" charset="0"/>
              </a:rPr>
              <a:t>Processor</a:t>
            </a:r>
            <a:endParaRPr lang="en-GB" sz="1100">
              <a:effectLst/>
              <a:ea typeface="Calibri" panose="020F0502020204030204" pitchFamily="34" charset="0"/>
              <a:cs typeface="Times New Roman" panose="02020603050405020304" pitchFamily="18" charset="0"/>
            </a:endParaRPr>
          </a:p>
          <a:p>
            <a:pPr algn="ctr">
              <a:lnSpc>
                <a:spcPct val="115000"/>
              </a:lnSpc>
              <a:spcAft>
                <a:spcPts val="1000"/>
              </a:spcAft>
            </a:pPr>
            <a:r>
              <a:rPr lang="en-GB" sz="1100">
                <a:effectLst/>
                <a:ea typeface="Calibri" panose="020F0502020204030204" pitchFamily="34" charset="0"/>
                <a:cs typeface="Times New Roman" panose="02020603050405020304" pitchFamily="18" charset="0"/>
              </a:rPr>
              <a:t> </a:t>
            </a:r>
          </a:p>
          <a:p>
            <a:pPr algn="ctr">
              <a:lnSpc>
                <a:spcPct val="115000"/>
              </a:lnSpc>
              <a:spcAft>
                <a:spcPts val="1000"/>
              </a:spcAft>
            </a:pPr>
            <a:r>
              <a:rPr lang="en-GB" sz="1100">
                <a:effectLst/>
                <a:ea typeface="Calibri" panose="020F0502020204030204" pitchFamily="34" charset="0"/>
                <a:cs typeface="Times New Roman" panose="02020603050405020304" pitchFamily="18" charset="0"/>
              </a:rPr>
              <a:t> </a:t>
            </a:r>
          </a:p>
          <a:p>
            <a:pPr algn="ctr">
              <a:lnSpc>
                <a:spcPct val="115000"/>
              </a:lnSpc>
              <a:spcAft>
                <a:spcPts val="1000"/>
              </a:spcAft>
            </a:pPr>
            <a:r>
              <a:rPr lang="en-GB" sz="1100">
                <a:effectLst/>
                <a:ea typeface="Calibri" panose="020F0502020204030204" pitchFamily="34" charset="0"/>
                <a:cs typeface="Times New Roman" panose="02020603050405020304" pitchFamily="18" charset="0"/>
              </a:rPr>
              <a:t> </a:t>
            </a:r>
          </a:p>
          <a:p>
            <a:pPr algn="ctr">
              <a:lnSpc>
                <a:spcPct val="115000"/>
              </a:lnSpc>
              <a:spcAft>
                <a:spcPts val="1000"/>
              </a:spcAft>
            </a:pPr>
            <a:r>
              <a:rPr lang="en-GB" sz="1100">
                <a:effectLst/>
                <a:ea typeface="Calibri" panose="020F0502020204030204" pitchFamily="34" charset="0"/>
                <a:cs typeface="Times New Roman" panose="02020603050405020304" pitchFamily="18" charset="0"/>
              </a:rPr>
              <a:t> </a:t>
            </a:r>
          </a:p>
          <a:p>
            <a:pPr algn="ctr">
              <a:lnSpc>
                <a:spcPct val="115000"/>
              </a:lnSpc>
              <a:spcAft>
                <a:spcPts val="1000"/>
              </a:spcAft>
            </a:pPr>
            <a:r>
              <a:rPr lang="en-GB" sz="1100">
                <a:effectLst/>
                <a:ea typeface="Calibri" panose="020F0502020204030204" pitchFamily="34" charset="0"/>
                <a:cs typeface="Times New Roman" panose="02020603050405020304" pitchFamily="18" charset="0"/>
              </a:rPr>
              <a:t> </a:t>
            </a:r>
          </a:p>
          <a:p>
            <a:pPr algn="ctr">
              <a:lnSpc>
                <a:spcPct val="115000"/>
              </a:lnSpc>
              <a:spcAft>
                <a:spcPts val="1000"/>
              </a:spcAft>
            </a:pPr>
            <a:r>
              <a:rPr lang="en-GB" sz="1100">
                <a:effectLst/>
                <a:ea typeface="Calibri" panose="020F0502020204030204" pitchFamily="34" charset="0"/>
                <a:cs typeface="Times New Roman" panose="02020603050405020304" pitchFamily="18" charset="0"/>
              </a:rPr>
              <a:t> </a:t>
            </a:r>
          </a:p>
        </p:txBody>
      </p:sp>
      <p:sp>
        <p:nvSpPr>
          <p:cNvPr id="6" name="Rectangle 5">
            <a:extLst>
              <a:ext uri="{FF2B5EF4-FFF2-40B4-BE49-F238E27FC236}">
                <a16:creationId xmlns:a16="http://schemas.microsoft.com/office/drawing/2014/main" id="{1BA77553-E905-48B2-8D2F-F9F0FEE17C3E}"/>
              </a:ext>
            </a:extLst>
          </p:cNvPr>
          <p:cNvSpPr/>
          <p:nvPr/>
        </p:nvSpPr>
        <p:spPr>
          <a:xfrm>
            <a:off x="8658225" y="4492366"/>
            <a:ext cx="1828800" cy="704850"/>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b="1">
                <a:solidFill>
                  <a:srgbClr val="000000"/>
                </a:solidFill>
                <a:effectLst/>
                <a:ea typeface="Calibri" panose="020F0502020204030204" pitchFamily="34" charset="0"/>
                <a:cs typeface="Times New Roman" panose="02020603050405020304" pitchFamily="18" charset="0"/>
              </a:rPr>
              <a:t>Control Unit</a:t>
            </a:r>
            <a:endParaRPr lang="en-GB" sz="1100">
              <a:effectLst/>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6412A4E2-8F52-497C-8D35-C3DB161BC90C}"/>
              </a:ext>
            </a:extLst>
          </p:cNvPr>
          <p:cNvSpPr/>
          <p:nvPr/>
        </p:nvSpPr>
        <p:spPr>
          <a:xfrm>
            <a:off x="8686800" y="5387716"/>
            <a:ext cx="3209925" cy="400050"/>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b="1">
                <a:solidFill>
                  <a:srgbClr val="000000"/>
                </a:solidFill>
                <a:effectLst/>
                <a:ea typeface="Calibri" panose="020F0502020204030204" pitchFamily="34" charset="0"/>
                <a:cs typeface="Times New Roman" panose="02020603050405020304" pitchFamily="18" charset="0"/>
              </a:rPr>
              <a:t>Registers</a:t>
            </a:r>
            <a:endParaRPr lang="en-GB" sz="1100">
              <a:effectLst/>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E07B8E60-9C42-4668-93B0-05F72E2BC1B2}"/>
              </a:ext>
            </a:extLst>
          </p:cNvPr>
          <p:cNvSpPr/>
          <p:nvPr/>
        </p:nvSpPr>
        <p:spPr>
          <a:xfrm>
            <a:off x="11010900" y="4510781"/>
            <a:ext cx="885825" cy="638175"/>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b="1">
                <a:solidFill>
                  <a:srgbClr val="000000"/>
                </a:solidFill>
                <a:effectLst/>
                <a:ea typeface="Calibri" panose="020F0502020204030204" pitchFamily="34" charset="0"/>
                <a:cs typeface="Times New Roman" panose="02020603050405020304" pitchFamily="18" charset="0"/>
              </a:rPr>
              <a:t>ALU</a:t>
            </a:r>
            <a:endParaRPr lang="en-GB" sz="110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73993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10B4-62C9-42D4-97A3-69283C7F151D}"/>
              </a:ext>
            </a:extLst>
          </p:cNvPr>
          <p:cNvSpPr>
            <a:spLocks noGrp="1"/>
          </p:cNvSpPr>
          <p:nvPr>
            <p:ph type="title"/>
          </p:nvPr>
        </p:nvSpPr>
        <p:spPr/>
        <p:txBody>
          <a:bodyPr/>
          <a:lstStyle/>
          <a:p>
            <a:r>
              <a:rPr lang="en-GB" dirty="0"/>
              <a:t>The Control Unit</a:t>
            </a:r>
          </a:p>
        </p:txBody>
      </p:sp>
      <p:sp>
        <p:nvSpPr>
          <p:cNvPr id="3" name="Content Placeholder 2">
            <a:extLst>
              <a:ext uri="{FF2B5EF4-FFF2-40B4-BE49-F238E27FC236}">
                <a16:creationId xmlns:a16="http://schemas.microsoft.com/office/drawing/2014/main" id="{D8D92ACE-0657-44AF-95EF-6275479EE0F9}"/>
              </a:ext>
            </a:extLst>
          </p:cNvPr>
          <p:cNvSpPr>
            <a:spLocks noGrp="1"/>
          </p:cNvSpPr>
          <p:nvPr>
            <p:ph idx="1"/>
          </p:nvPr>
        </p:nvSpPr>
        <p:spPr/>
        <p:txBody>
          <a:bodyPr/>
          <a:lstStyle/>
          <a:p>
            <a:r>
              <a:rPr lang="en-GB" dirty="0"/>
              <a:t>The </a:t>
            </a:r>
            <a:r>
              <a:rPr lang="en-GB" b="1" dirty="0"/>
              <a:t>control unit</a:t>
            </a:r>
            <a:r>
              <a:rPr lang="en-GB" dirty="0"/>
              <a:t> is a digital circuit that co-ordinates the movement of data, the sequencing of instructions and directs the operation of the other components of a computer system by providing control and timing signals. </a:t>
            </a:r>
          </a:p>
          <a:p>
            <a:r>
              <a:rPr lang="en-GB" dirty="0"/>
              <a:t>The control unit is therefore the part of the central processor that manages the execution of instructions. It fetches each instruction in sequence, decodes and synchronises it before executing it by sending control signals to other parts of the computer. This is known as the </a:t>
            </a:r>
            <a:r>
              <a:rPr lang="en-GB" b="1" dirty="0"/>
              <a:t>fetch execute cycle.</a:t>
            </a:r>
            <a:endParaRPr lang="en-GB" dirty="0"/>
          </a:p>
          <a:p>
            <a:endParaRPr lang="en-GB" dirty="0"/>
          </a:p>
        </p:txBody>
      </p:sp>
      <p:pic>
        <p:nvPicPr>
          <p:cNvPr id="4098" name="Picture 2" descr="Control Panel PNG, Vector, PSD, and Clipart With Transparent Background for  Free Download | Pngtree"/>
          <p:cNvPicPr>
            <a:picLocks noChangeAspect="1" noChangeArrowheads="1"/>
          </p:cNvPicPr>
          <p:nvPr/>
        </p:nvPicPr>
        <p:blipFill rotWithShape="1">
          <a:blip r:embed="rId2">
            <a:extLst>
              <a:ext uri="{28A0092B-C50C-407E-A947-70E740481C1C}">
                <a14:useLocalDpi xmlns:a14="http://schemas.microsoft.com/office/drawing/2010/main" val="0"/>
              </a:ext>
            </a:extLst>
          </a:blip>
          <a:srcRect t="20956" b="22527"/>
          <a:stretch/>
        </p:blipFill>
        <p:spPr bwMode="auto">
          <a:xfrm>
            <a:off x="9119263" y="4307220"/>
            <a:ext cx="3072737" cy="17366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6DB9E8AE-0815-2A1B-A867-78B529391696}"/>
                  </a:ext>
                </a:extLst>
              </p14:cNvPr>
              <p14:cNvContentPartPr/>
              <p14:nvPr/>
            </p14:nvContentPartPr>
            <p14:xfrm>
              <a:off x="5302080" y="2724120"/>
              <a:ext cx="3702600" cy="228960"/>
            </p14:xfrm>
          </p:contentPart>
        </mc:Choice>
        <mc:Fallback xmlns="">
          <p:pic>
            <p:nvPicPr>
              <p:cNvPr id="4" name="Ink 3">
                <a:extLst>
                  <a:ext uri="{FF2B5EF4-FFF2-40B4-BE49-F238E27FC236}">
                    <a16:creationId xmlns:a16="http://schemas.microsoft.com/office/drawing/2014/main" id="{6DB9E8AE-0815-2A1B-A867-78B529391696}"/>
                  </a:ext>
                </a:extLst>
              </p:cNvPr>
              <p:cNvPicPr/>
              <p:nvPr/>
            </p:nvPicPr>
            <p:blipFill>
              <a:blip r:embed="rId4"/>
              <a:stretch>
                <a:fillRect/>
              </a:stretch>
            </p:blipFill>
            <p:spPr>
              <a:xfrm>
                <a:off x="5286240" y="2660760"/>
                <a:ext cx="373392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B284CE84-E139-128F-3F04-C5E1B5060015}"/>
                  </a:ext>
                </a:extLst>
              </p14:cNvPr>
              <p14:cNvContentPartPr/>
              <p14:nvPr/>
            </p14:nvContentPartPr>
            <p14:xfrm>
              <a:off x="6095880" y="1968480"/>
              <a:ext cx="5201280" cy="171720"/>
            </p14:xfrm>
          </p:contentPart>
        </mc:Choice>
        <mc:Fallback xmlns="">
          <p:pic>
            <p:nvPicPr>
              <p:cNvPr id="5" name="Ink 4">
                <a:extLst>
                  <a:ext uri="{FF2B5EF4-FFF2-40B4-BE49-F238E27FC236}">
                    <a16:creationId xmlns:a16="http://schemas.microsoft.com/office/drawing/2014/main" id="{B284CE84-E139-128F-3F04-C5E1B5060015}"/>
                  </a:ext>
                </a:extLst>
              </p:cNvPr>
              <p:cNvPicPr/>
              <p:nvPr/>
            </p:nvPicPr>
            <p:blipFill>
              <a:blip r:embed="rId6"/>
              <a:stretch>
                <a:fillRect/>
              </a:stretch>
            </p:blipFill>
            <p:spPr>
              <a:xfrm>
                <a:off x="6080040" y="1905120"/>
                <a:ext cx="523260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B11D3F7-5F9C-F1A9-9F7B-A5E43041EBF7}"/>
                  </a:ext>
                </a:extLst>
              </p14:cNvPr>
              <p14:cNvContentPartPr/>
              <p14:nvPr/>
            </p14:nvContentPartPr>
            <p14:xfrm>
              <a:off x="7651800" y="2146320"/>
              <a:ext cx="1028880" cy="32040"/>
            </p14:xfrm>
          </p:contentPart>
        </mc:Choice>
        <mc:Fallback xmlns="">
          <p:pic>
            <p:nvPicPr>
              <p:cNvPr id="6" name="Ink 5">
                <a:extLst>
                  <a:ext uri="{FF2B5EF4-FFF2-40B4-BE49-F238E27FC236}">
                    <a16:creationId xmlns:a16="http://schemas.microsoft.com/office/drawing/2014/main" id="{9B11D3F7-5F9C-F1A9-9F7B-A5E43041EBF7}"/>
                  </a:ext>
                </a:extLst>
              </p:cNvPr>
              <p:cNvPicPr/>
              <p:nvPr/>
            </p:nvPicPr>
            <p:blipFill>
              <a:blip r:embed="rId8"/>
              <a:stretch>
                <a:fillRect/>
              </a:stretch>
            </p:blipFill>
            <p:spPr>
              <a:xfrm>
                <a:off x="7635960" y="2082960"/>
                <a:ext cx="10602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9A42FB9D-E5B6-8266-225A-216D3E8074B8}"/>
                  </a:ext>
                </a:extLst>
              </p14:cNvPr>
              <p14:cNvContentPartPr/>
              <p14:nvPr/>
            </p14:nvContentPartPr>
            <p14:xfrm>
              <a:off x="603360" y="2355840"/>
              <a:ext cx="3829320" cy="216360"/>
            </p14:xfrm>
          </p:contentPart>
        </mc:Choice>
        <mc:Fallback xmlns="">
          <p:pic>
            <p:nvPicPr>
              <p:cNvPr id="7" name="Ink 6">
                <a:extLst>
                  <a:ext uri="{FF2B5EF4-FFF2-40B4-BE49-F238E27FC236}">
                    <a16:creationId xmlns:a16="http://schemas.microsoft.com/office/drawing/2014/main" id="{9A42FB9D-E5B6-8266-225A-216D3E8074B8}"/>
                  </a:ext>
                </a:extLst>
              </p:cNvPr>
              <p:cNvPicPr/>
              <p:nvPr/>
            </p:nvPicPr>
            <p:blipFill>
              <a:blip r:embed="rId10"/>
              <a:stretch>
                <a:fillRect/>
              </a:stretch>
            </p:blipFill>
            <p:spPr>
              <a:xfrm>
                <a:off x="587520" y="2292480"/>
                <a:ext cx="386064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0AAFF969-BA2A-45A4-B49C-D98CC76D16D1}"/>
                  </a:ext>
                </a:extLst>
              </p14:cNvPr>
              <p14:cNvContentPartPr/>
              <p14:nvPr/>
            </p14:nvContentPartPr>
            <p14:xfrm>
              <a:off x="4629240" y="3632040"/>
              <a:ext cx="1086120" cy="191160"/>
            </p14:xfrm>
          </p:contentPart>
        </mc:Choice>
        <mc:Fallback xmlns="">
          <p:pic>
            <p:nvPicPr>
              <p:cNvPr id="8" name="Ink 7">
                <a:extLst>
                  <a:ext uri="{FF2B5EF4-FFF2-40B4-BE49-F238E27FC236}">
                    <a16:creationId xmlns:a16="http://schemas.microsoft.com/office/drawing/2014/main" id="{0AAFF969-BA2A-45A4-B49C-D98CC76D16D1}"/>
                  </a:ext>
                </a:extLst>
              </p:cNvPr>
              <p:cNvPicPr/>
              <p:nvPr/>
            </p:nvPicPr>
            <p:blipFill>
              <a:blip r:embed="rId12"/>
              <a:stretch>
                <a:fillRect/>
              </a:stretch>
            </p:blipFill>
            <p:spPr>
              <a:xfrm>
                <a:off x="4613400" y="3568680"/>
                <a:ext cx="111744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5DF7A672-BA9D-3663-4AEA-5DDD9455BE98}"/>
                  </a:ext>
                </a:extLst>
              </p14:cNvPr>
              <p14:cNvContentPartPr/>
              <p14:nvPr/>
            </p14:nvContentPartPr>
            <p14:xfrm>
              <a:off x="10102680" y="3645000"/>
              <a:ext cx="1137240" cy="171720"/>
            </p14:xfrm>
          </p:contentPart>
        </mc:Choice>
        <mc:Fallback xmlns="">
          <p:pic>
            <p:nvPicPr>
              <p:cNvPr id="9" name="Ink 8">
                <a:extLst>
                  <a:ext uri="{FF2B5EF4-FFF2-40B4-BE49-F238E27FC236}">
                    <a16:creationId xmlns:a16="http://schemas.microsoft.com/office/drawing/2014/main" id="{5DF7A672-BA9D-3663-4AEA-5DDD9455BE98}"/>
                  </a:ext>
                </a:extLst>
              </p:cNvPr>
              <p:cNvPicPr/>
              <p:nvPr/>
            </p:nvPicPr>
            <p:blipFill>
              <a:blip r:embed="rId14"/>
              <a:stretch>
                <a:fillRect/>
              </a:stretch>
            </p:blipFill>
            <p:spPr>
              <a:xfrm>
                <a:off x="10086840" y="3581640"/>
                <a:ext cx="116856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60686DF2-F184-3FC9-72B6-3D09D9818333}"/>
                  </a:ext>
                </a:extLst>
              </p14:cNvPr>
              <p14:cNvContentPartPr/>
              <p14:nvPr/>
            </p14:nvContentPartPr>
            <p14:xfrm>
              <a:off x="3860640" y="4006800"/>
              <a:ext cx="1404000" cy="228960"/>
            </p14:xfrm>
          </p:contentPart>
        </mc:Choice>
        <mc:Fallback xmlns="">
          <p:pic>
            <p:nvPicPr>
              <p:cNvPr id="10" name="Ink 9">
                <a:extLst>
                  <a:ext uri="{FF2B5EF4-FFF2-40B4-BE49-F238E27FC236}">
                    <a16:creationId xmlns:a16="http://schemas.microsoft.com/office/drawing/2014/main" id="{60686DF2-F184-3FC9-72B6-3D09D9818333}"/>
                  </a:ext>
                </a:extLst>
              </p:cNvPr>
              <p:cNvPicPr/>
              <p:nvPr/>
            </p:nvPicPr>
            <p:blipFill>
              <a:blip r:embed="rId16"/>
              <a:stretch>
                <a:fillRect/>
              </a:stretch>
            </p:blipFill>
            <p:spPr>
              <a:xfrm>
                <a:off x="3844800" y="3943440"/>
                <a:ext cx="143532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C2FFADB4-DB74-60AA-43B7-9875BEF4C758}"/>
                  </a:ext>
                </a:extLst>
              </p14:cNvPr>
              <p14:cNvContentPartPr/>
              <p14:nvPr/>
            </p14:nvContentPartPr>
            <p14:xfrm>
              <a:off x="5670720" y="4387680"/>
              <a:ext cx="2806920" cy="280080"/>
            </p14:xfrm>
          </p:contentPart>
        </mc:Choice>
        <mc:Fallback xmlns="">
          <p:pic>
            <p:nvPicPr>
              <p:cNvPr id="11" name="Ink 10">
                <a:extLst>
                  <a:ext uri="{FF2B5EF4-FFF2-40B4-BE49-F238E27FC236}">
                    <a16:creationId xmlns:a16="http://schemas.microsoft.com/office/drawing/2014/main" id="{C2FFADB4-DB74-60AA-43B7-9875BEF4C758}"/>
                  </a:ext>
                </a:extLst>
              </p:cNvPr>
              <p:cNvPicPr/>
              <p:nvPr/>
            </p:nvPicPr>
            <p:blipFill>
              <a:blip r:embed="rId18"/>
              <a:stretch>
                <a:fillRect/>
              </a:stretch>
            </p:blipFill>
            <p:spPr>
              <a:xfrm>
                <a:off x="5654880" y="4324320"/>
                <a:ext cx="2838240" cy="406800"/>
              </a:xfrm>
              <a:prstGeom prst="rect">
                <a:avLst/>
              </a:prstGeom>
            </p:spPr>
          </p:pic>
        </mc:Fallback>
      </mc:AlternateContent>
    </p:spTree>
    <p:extLst>
      <p:ext uri="{BB962C8B-B14F-4D97-AF65-F5344CB8AC3E}">
        <p14:creationId xmlns:p14="http://schemas.microsoft.com/office/powerpoint/2010/main" val="1371488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6717-9C34-4B35-92FB-C582206B30F2}"/>
              </a:ext>
            </a:extLst>
          </p:cNvPr>
          <p:cNvSpPr>
            <a:spLocks noGrp="1"/>
          </p:cNvSpPr>
          <p:nvPr>
            <p:ph type="title"/>
          </p:nvPr>
        </p:nvSpPr>
        <p:spPr/>
        <p:txBody>
          <a:bodyPr/>
          <a:lstStyle/>
          <a:p>
            <a:r>
              <a:rPr lang="en-GB" dirty="0"/>
              <a:t>The Fetch Execute Cycle</a:t>
            </a:r>
          </a:p>
        </p:txBody>
      </p:sp>
      <p:sp>
        <p:nvSpPr>
          <p:cNvPr id="3" name="Content Placeholder 2">
            <a:extLst>
              <a:ext uri="{FF2B5EF4-FFF2-40B4-BE49-F238E27FC236}">
                <a16:creationId xmlns:a16="http://schemas.microsoft.com/office/drawing/2014/main" id="{718CA850-C557-4486-AFAE-DD2F96840C97}"/>
              </a:ext>
            </a:extLst>
          </p:cNvPr>
          <p:cNvSpPr>
            <a:spLocks noGrp="1"/>
          </p:cNvSpPr>
          <p:nvPr>
            <p:ph idx="1"/>
          </p:nvPr>
        </p:nvSpPr>
        <p:spPr/>
        <p:txBody>
          <a:bodyPr/>
          <a:lstStyle/>
          <a:p>
            <a:r>
              <a:rPr lang="en-GB" b="1" dirty="0">
                <a:solidFill>
                  <a:srgbClr val="0ED2CF"/>
                </a:solidFill>
              </a:rPr>
              <a:t>The fetch execute cycle </a:t>
            </a:r>
            <a:r>
              <a:rPr lang="en-GB" dirty="0"/>
              <a:t>is the complete process of retrieving an instruction from store, decoding it and carrying it out. </a:t>
            </a:r>
          </a:p>
          <a:p>
            <a:r>
              <a:rPr lang="en-GB" dirty="0"/>
              <a:t>Part of the control unit is the </a:t>
            </a:r>
            <a:r>
              <a:rPr lang="en-GB" b="1" dirty="0">
                <a:solidFill>
                  <a:srgbClr val="0ED2CF"/>
                </a:solidFill>
              </a:rPr>
              <a:t>instruction decoder</a:t>
            </a:r>
            <a:r>
              <a:rPr lang="en-GB" dirty="0"/>
              <a:t>, which decodes the machine code instructions during the fetch execute cycle and determines what actions to take next. </a:t>
            </a:r>
          </a:p>
          <a:p>
            <a:r>
              <a:rPr lang="en-GB" dirty="0"/>
              <a:t>The cycle consists of two phases, the </a:t>
            </a:r>
            <a:r>
              <a:rPr lang="en-GB" b="1" dirty="0">
                <a:solidFill>
                  <a:srgbClr val="0ED2CF"/>
                </a:solidFill>
              </a:rPr>
              <a:t>fetch phase</a:t>
            </a:r>
            <a:r>
              <a:rPr lang="en-GB" dirty="0">
                <a:solidFill>
                  <a:srgbClr val="0ED2CF"/>
                </a:solidFill>
              </a:rPr>
              <a:t> </a:t>
            </a:r>
            <a:r>
              <a:rPr lang="en-GB" dirty="0"/>
              <a:t>which when the instruction is copied into the control unit and decoded, followed by the </a:t>
            </a:r>
            <a:r>
              <a:rPr lang="en-GB" b="1" dirty="0">
                <a:solidFill>
                  <a:srgbClr val="0ED2CF"/>
                </a:solidFill>
              </a:rPr>
              <a:t>execute phase</a:t>
            </a:r>
            <a:r>
              <a:rPr lang="en-GB" dirty="0">
                <a:solidFill>
                  <a:srgbClr val="0ED2CF"/>
                </a:solidFill>
              </a:rPr>
              <a:t> </a:t>
            </a:r>
            <a:r>
              <a:rPr lang="en-GB" dirty="0"/>
              <a:t>in which the instruction is obeyed (see later notes).</a:t>
            </a:r>
          </a:p>
          <a:p>
            <a:endParaRPr lang="en-GB" dirty="0"/>
          </a:p>
        </p:txBody>
      </p:sp>
    </p:spTree>
    <p:extLst>
      <p:ext uri="{BB962C8B-B14F-4D97-AF65-F5344CB8AC3E}">
        <p14:creationId xmlns:p14="http://schemas.microsoft.com/office/powerpoint/2010/main" val="2308892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203E3-401A-4B9C-B2E8-76B466CE2BD8}"/>
              </a:ext>
            </a:extLst>
          </p:cNvPr>
          <p:cNvSpPr>
            <a:spLocks noGrp="1"/>
          </p:cNvSpPr>
          <p:nvPr>
            <p:ph type="title"/>
          </p:nvPr>
        </p:nvSpPr>
        <p:spPr/>
        <p:txBody>
          <a:bodyPr/>
          <a:lstStyle/>
          <a:p>
            <a:r>
              <a:rPr lang="en-GB" dirty="0"/>
              <a:t>The CPU Clock Speed</a:t>
            </a:r>
          </a:p>
        </p:txBody>
      </p:sp>
      <p:sp>
        <p:nvSpPr>
          <p:cNvPr id="3" name="Content Placeholder 2">
            <a:extLst>
              <a:ext uri="{FF2B5EF4-FFF2-40B4-BE49-F238E27FC236}">
                <a16:creationId xmlns:a16="http://schemas.microsoft.com/office/drawing/2014/main" id="{61800D24-0522-49ED-9E5F-AF05F294E993}"/>
              </a:ext>
            </a:extLst>
          </p:cNvPr>
          <p:cNvSpPr>
            <a:spLocks noGrp="1"/>
          </p:cNvSpPr>
          <p:nvPr>
            <p:ph idx="1"/>
          </p:nvPr>
        </p:nvSpPr>
        <p:spPr/>
        <p:txBody>
          <a:bodyPr>
            <a:normAutofit lnSpcReduction="10000"/>
          </a:bodyPr>
          <a:lstStyle/>
          <a:p>
            <a:r>
              <a:rPr lang="en-GB" dirty="0"/>
              <a:t>Timing signals are provided by an internal </a:t>
            </a:r>
            <a:r>
              <a:rPr lang="en-GB" b="1" dirty="0">
                <a:solidFill>
                  <a:srgbClr val="0ED2CF"/>
                </a:solidFill>
              </a:rPr>
              <a:t>clock</a:t>
            </a:r>
            <a:r>
              <a:rPr lang="en-GB" dirty="0"/>
              <a:t> which </a:t>
            </a:r>
            <a:r>
              <a:rPr lang="en-GB" i="1" dirty="0">
                <a:solidFill>
                  <a:srgbClr val="0ED2CF"/>
                </a:solidFill>
              </a:rPr>
              <a:t>helps to synchronize the operation of the internal components and which helps determine how many computer instructions are carried out (executed) each second</a:t>
            </a:r>
            <a:r>
              <a:rPr lang="en-GB" dirty="0"/>
              <a:t>.  </a:t>
            </a:r>
          </a:p>
          <a:p>
            <a:r>
              <a:rPr lang="en-GB" dirty="0"/>
              <a:t>The clock is an </a:t>
            </a:r>
            <a:r>
              <a:rPr lang="en-GB" i="1" dirty="0">
                <a:solidFill>
                  <a:srgbClr val="0ED2CF"/>
                </a:solidFill>
              </a:rPr>
              <a:t>electronic unit that synchronises related components by generating pulses at a constant rate</a:t>
            </a:r>
            <a:r>
              <a:rPr lang="en-GB" dirty="0"/>
              <a:t>. </a:t>
            </a:r>
          </a:p>
          <a:p>
            <a:r>
              <a:rPr lang="en-GB" dirty="0"/>
              <a:t>The </a:t>
            </a:r>
            <a:r>
              <a:rPr lang="en-GB" b="1" dirty="0">
                <a:solidFill>
                  <a:srgbClr val="0ED2CF"/>
                </a:solidFill>
              </a:rPr>
              <a:t>clock rate</a:t>
            </a:r>
            <a:r>
              <a:rPr lang="en-GB" dirty="0">
                <a:solidFill>
                  <a:srgbClr val="0ED2CF"/>
                </a:solidFill>
              </a:rPr>
              <a:t> </a:t>
            </a:r>
            <a:r>
              <a:rPr lang="en-GB" dirty="0"/>
              <a:t>is the </a:t>
            </a:r>
            <a:r>
              <a:rPr lang="en-GB" i="1" dirty="0"/>
              <a:t>frequency at which the clock generates pulses</a:t>
            </a:r>
            <a:r>
              <a:rPr lang="en-GB" dirty="0"/>
              <a:t>. </a:t>
            </a:r>
          </a:p>
          <a:p>
            <a:pPr lvl="1"/>
            <a:r>
              <a:rPr lang="en-GB" dirty="0"/>
              <a:t>The higher the clock rate, the faster the computer may work. </a:t>
            </a:r>
          </a:p>
          <a:p>
            <a:pPr lvl="1"/>
            <a:r>
              <a:rPr lang="en-GB" dirty="0"/>
              <a:t>One limiting factor for machine speed is the manufactured tolerance of the slowest component.    </a:t>
            </a:r>
          </a:p>
          <a:p>
            <a:r>
              <a:rPr lang="en-GB" dirty="0"/>
              <a:t>The CPU needs a certain number of clock ticks to carry out each instruction.  Clock speed is expressed in megahertz (MHz) or gigahertz (GHz).</a:t>
            </a:r>
          </a:p>
          <a:p>
            <a:endParaRPr lang="en-GB" dirty="0"/>
          </a:p>
        </p:txBody>
      </p:sp>
    </p:spTree>
    <p:extLst>
      <p:ext uri="{BB962C8B-B14F-4D97-AF65-F5344CB8AC3E}">
        <p14:creationId xmlns:p14="http://schemas.microsoft.com/office/powerpoint/2010/main" val="1629034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6012B-32E0-41F6-8371-841AAB416D7D}"/>
              </a:ext>
            </a:extLst>
          </p:cNvPr>
          <p:cNvSpPr>
            <a:spLocks noGrp="1"/>
          </p:cNvSpPr>
          <p:nvPr>
            <p:ph type="title"/>
          </p:nvPr>
        </p:nvSpPr>
        <p:spPr/>
        <p:txBody>
          <a:bodyPr/>
          <a:lstStyle/>
          <a:p>
            <a:r>
              <a:rPr lang="en-GB" dirty="0"/>
              <a:t>The ALU</a:t>
            </a:r>
          </a:p>
        </p:txBody>
      </p:sp>
      <p:sp>
        <p:nvSpPr>
          <p:cNvPr id="3" name="Content Placeholder 2">
            <a:extLst>
              <a:ext uri="{FF2B5EF4-FFF2-40B4-BE49-F238E27FC236}">
                <a16:creationId xmlns:a16="http://schemas.microsoft.com/office/drawing/2014/main" id="{1F2AF777-A937-40F7-8720-1C09A7779237}"/>
              </a:ext>
            </a:extLst>
          </p:cNvPr>
          <p:cNvSpPr>
            <a:spLocks noGrp="1"/>
          </p:cNvSpPr>
          <p:nvPr>
            <p:ph idx="1"/>
          </p:nvPr>
        </p:nvSpPr>
        <p:spPr/>
        <p:txBody>
          <a:bodyPr>
            <a:normAutofit fontScale="92500" lnSpcReduction="10000"/>
          </a:bodyPr>
          <a:lstStyle/>
          <a:p>
            <a:r>
              <a:rPr lang="en-GB" dirty="0"/>
              <a:t>The </a:t>
            </a:r>
            <a:r>
              <a:rPr lang="en-GB" b="1" dirty="0">
                <a:solidFill>
                  <a:srgbClr val="0ED2CF"/>
                </a:solidFill>
              </a:rPr>
              <a:t>Arithmetic Logic Unit (ALU) </a:t>
            </a:r>
            <a:r>
              <a:rPr lang="en-GB" dirty="0"/>
              <a:t>is a </a:t>
            </a:r>
            <a:r>
              <a:rPr lang="en-GB" i="1" dirty="0">
                <a:solidFill>
                  <a:srgbClr val="0ED2CF"/>
                </a:solidFill>
              </a:rPr>
              <a:t>digital circuit which forms part of the processor</a:t>
            </a:r>
            <a:r>
              <a:rPr lang="en-GB" dirty="0"/>
              <a:t>. </a:t>
            </a:r>
          </a:p>
          <a:p>
            <a:pPr lvl="1"/>
            <a:r>
              <a:rPr lang="en-GB" dirty="0"/>
              <a:t>It is the part of the CPU where data is processed and manipulated. </a:t>
            </a:r>
          </a:p>
          <a:p>
            <a:pPr lvl="1"/>
            <a:r>
              <a:rPr lang="en-GB" dirty="0"/>
              <a:t>Carries out mathematical operations and logical comparisons on data associated with instructions being executed. </a:t>
            </a:r>
          </a:p>
          <a:p>
            <a:pPr lvl="1"/>
            <a:r>
              <a:rPr lang="en-GB" dirty="0"/>
              <a:t>Most operations involve the </a:t>
            </a:r>
            <a:r>
              <a:rPr lang="en-GB" b="1" dirty="0">
                <a:solidFill>
                  <a:srgbClr val="0ED2CF"/>
                </a:solidFill>
              </a:rPr>
              <a:t>accumulator</a:t>
            </a:r>
            <a:r>
              <a:rPr lang="en-GB" dirty="0"/>
              <a:t>, a special storage </a:t>
            </a:r>
            <a:r>
              <a:rPr lang="en-GB" b="1" dirty="0">
                <a:solidFill>
                  <a:srgbClr val="0ED2CF"/>
                </a:solidFill>
              </a:rPr>
              <a:t>register</a:t>
            </a:r>
            <a:r>
              <a:rPr lang="en-GB" dirty="0"/>
              <a:t> within the ALU.  </a:t>
            </a:r>
          </a:p>
          <a:p>
            <a:pPr lvl="2"/>
            <a:r>
              <a:rPr lang="en-GB" dirty="0"/>
              <a:t>It is used to hold the data currently being processed by the Central Processor. </a:t>
            </a:r>
          </a:p>
          <a:p>
            <a:pPr lvl="2"/>
            <a:r>
              <a:rPr lang="en-GB" dirty="0"/>
              <a:t>Any data to be processed is temporarily stored in the accumulator, the results ending up in the accumulator before being stored in the memory unit.</a:t>
            </a:r>
          </a:p>
          <a:p>
            <a:pPr lvl="1"/>
            <a:r>
              <a:rPr lang="en-GB" dirty="0"/>
              <a:t>Most computer calculations are based on addition methods and so the accumulator is where the computer does its additions. A computer performs </a:t>
            </a:r>
            <a:r>
              <a:rPr lang="en-GB" dirty="0">
                <a:solidFill>
                  <a:srgbClr val="0ED2CF"/>
                </a:solidFill>
              </a:rPr>
              <a:t>subtraction</a:t>
            </a:r>
            <a:r>
              <a:rPr lang="en-GB" dirty="0"/>
              <a:t> by </a:t>
            </a:r>
            <a:r>
              <a:rPr lang="en-GB" dirty="0">
                <a:solidFill>
                  <a:srgbClr val="0ED2CF"/>
                </a:solidFill>
              </a:rPr>
              <a:t>two’s complement addition </a:t>
            </a:r>
            <a:r>
              <a:rPr lang="en-GB" dirty="0"/>
              <a:t>and multiplication by combining addition with shifts for column alignment.</a:t>
            </a:r>
          </a:p>
          <a:p>
            <a:r>
              <a:rPr lang="en-GB" dirty="0"/>
              <a:t>The ALU usually includes </a:t>
            </a:r>
            <a:r>
              <a:rPr lang="en-GB" dirty="0">
                <a:solidFill>
                  <a:srgbClr val="0ED2CF"/>
                </a:solidFill>
              </a:rPr>
              <a:t>arithmetic registers </a:t>
            </a:r>
            <a:r>
              <a:rPr lang="en-GB" dirty="0"/>
              <a:t>which are special store locations used to hold operands and results temporarily during calculation.</a:t>
            </a:r>
          </a:p>
          <a:p>
            <a:endParaRPr lang="en-GB" dirty="0"/>
          </a:p>
        </p:txBody>
      </p:sp>
    </p:spTree>
    <p:extLst>
      <p:ext uri="{BB962C8B-B14F-4D97-AF65-F5344CB8AC3E}">
        <p14:creationId xmlns:p14="http://schemas.microsoft.com/office/powerpoint/2010/main" val="3214664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FC658-C6E0-4344-9AAF-8FF65B2A8C17}"/>
              </a:ext>
            </a:extLst>
          </p:cNvPr>
          <p:cNvSpPr>
            <a:spLocks noGrp="1"/>
          </p:cNvSpPr>
          <p:nvPr>
            <p:ph type="title"/>
          </p:nvPr>
        </p:nvSpPr>
        <p:spPr/>
        <p:txBody>
          <a:bodyPr/>
          <a:lstStyle/>
          <a:p>
            <a:r>
              <a:rPr lang="en-GB" dirty="0"/>
              <a:t>Internal Memory</a:t>
            </a:r>
          </a:p>
        </p:txBody>
      </p:sp>
      <p:sp>
        <p:nvSpPr>
          <p:cNvPr id="3" name="Content Placeholder 2">
            <a:extLst>
              <a:ext uri="{FF2B5EF4-FFF2-40B4-BE49-F238E27FC236}">
                <a16:creationId xmlns:a16="http://schemas.microsoft.com/office/drawing/2014/main" id="{3DE62859-9C5C-4227-A793-87E8DB71599E}"/>
              </a:ext>
            </a:extLst>
          </p:cNvPr>
          <p:cNvSpPr>
            <a:spLocks noGrp="1"/>
          </p:cNvSpPr>
          <p:nvPr>
            <p:ph idx="1"/>
          </p:nvPr>
        </p:nvSpPr>
        <p:spPr>
          <a:xfrm>
            <a:off x="838200" y="1825625"/>
            <a:ext cx="8279167" cy="4351338"/>
          </a:xfrm>
        </p:spPr>
        <p:txBody>
          <a:bodyPr/>
          <a:lstStyle/>
          <a:p>
            <a:r>
              <a:rPr lang="en-GB" dirty="0"/>
              <a:t>Much as we need to remember steps and values to perform even the simplest calculations, so too must the processor have somewhere to store the data and instructions currently being operated upon.</a:t>
            </a:r>
          </a:p>
          <a:p>
            <a:r>
              <a:rPr lang="en-GB" dirty="0">
                <a:solidFill>
                  <a:srgbClr val="0ED2CF"/>
                </a:solidFill>
              </a:rPr>
              <a:t>Main memory </a:t>
            </a:r>
            <a:r>
              <a:rPr lang="en-GB" dirty="0"/>
              <a:t>and </a:t>
            </a:r>
            <a:r>
              <a:rPr lang="en-GB" dirty="0">
                <a:solidFill>
                  <a:srgbClr val="0ED2CF"/>
                </a:solidFill>
              </a:rPr>
              <a:t>cache memory </a:t>
            </a:r>
            <a:r>
              <a:rPr lang="en-GB" dirty="0"/>
              <a:t>are two types of memory used by the processor in the execution of instructions.</a:t>
            </a:r>
          </a:p>
          <a:p>
            <a:endParaRPr lang="en-GB" dirty="0"/>
          </a:p>
        </p:txBody>
      </p:sp>
      <p:sp>
        <p:nvSpPr>
          <p:cNvPr id="4" name="Rectangle 3">
            <a:extLst>
              <a:ext uri="{FF2B5EF4-FFF2-40B4-BE49-F238E27FC236}">
                <a16:creationId xmlns:a16="http://schemas.microsoft.com/office/drawing/2014/main" id="{1945B615-8F61-47E8-B25E-B4E8300BEBED}"/>
              </a:ext>
            </a:extLst>
          </p:cNvPr>
          <p:cNvSpPr/>
          <p:nvPr/>
        </p:nvSpPr>
        <p:spPr>
          <a:xfrm>
            <a:off x="9544050" y="2354247"/>
            <a:ext cx="1809750" cy="1704975"/>
          </a:xfrm>
          <a:prstGeom prst="rect">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b="1" dirty="0">
                <a:solidFill>
                  <a:srgbClr val="000000"/>
                </a:solidFill>
                <a:effectLst/>
                <a:ea typeface="Calibri" panose="020F0502020204030204" pitchFamily="34" charset="0"/>
                <a:cs typeface="Times New Roman" panose="02020603050405020304" pitchFamily="18" charset="0"/>
              </a:rPr>
              <a:t>Processor</a:t>
            </a:r>
            <a:r>
              <a:rPr lang="en-GB" sz="1100" dirty="0">
                <a:effectLst/>
                <a:ea typeface="Calibri" panose="020F0502020204030204" pitchFamily="34" charset="0"/>
                <a:cs typeface="Times New Roman" panose="02020603050405020304" pitchFamily="18" charset="0"/>
              </a:rPr>
              <a:t> </a:t>
            </a:r>
          </a:p>
          <a:p>
            <a:pPr algn="ctr">
              <a:lnSpc>
                <a:spcPct val="115000"/>
              </a:lnSpc>
              <a:spcAft>
                <a:spcPts val="1000"/>
              </a:spcAft>
            </a:pPr>
            <a:r>
              <a:rPr lang="en-GB" sz="1100" dirty="0">
                <a:effectLst/>
                <a:ea typeface="Calibri" panose="020F0502020204030204" pitchFamily="34" charset="0"/>
                <a:cs typeface="Times New Roman" panose="02020603050405020304" pitchFamily="18" charset="0"/>
              </a:rPr>
              <a:t> </a:t>
            </a:r>
          </a:p>
          <a:p>
            <a:pPr algn="ctr">
              <a:lnSpc>
                <a:spcPct val="115000"/>
              </a:lnSpc>
              <a:spcAft>
                <a:spcPts val="1000"/>
              </a:spcAft>
            </a:pPr>
            <a:r>
              <a:rPr lang="en-GB" sz="1100" dirty="0">
                <a:effectLst/>
                <a:ea typeface="Calibri" panose="020F0502020204030204" pitchFamily="34" charset="0"/>
                <a:cs typeface="Times New Roman" panose="02020603050405020304" pitchFamily="18" charset="0"/>
              </a:rPr>
              <a:t> </a:t>
            </a:r>
          </a:p>
          <a:p>
            <a:pPr algn="ctr">
              <a:lnSpc>
                <a:spcPct val="115000"/>
              </a:lnSpc>
              <a:spcAft>
                <a:spcPts val="1000"/>
              </a:spcAft>
            </a:pPr>
            <a:r>
              <a:rPr lang="en-GB" sz="1100" dirty="0">
                <a:effectLst/>
                <a:ea typeface="Calibri" panose="020F0502020204030204" pitchFamily="34" charset="0"/>
                <a:cs typeface="Times New Roman" panose="02020603050405020304" pitchFamily="18" charset="0"/>
              </a:rPr>
              <a:t> </a:t>
            </a:r>
          </a:p>
          <a:p>
            <a:pPr algn="ctr">
              <a:lnSpc>
                <a:spcPct val="115000"/>
              </a:lnSpc>
              <a:spcAft>
                <a:spcPts val="1000"/>
              </a:spcAft>
            </a:pPr>
            <a:r>
              <a:rPr lang="en-GB" sz="1100" dirty="0">
                <a:effectLst/>
                <a:ea typeface="Calibri" panose="020F0502020204030204" pitchFamily="34" charset="0"/>
                <a:cs typeface="Times New Roman" panose="02020603050405020304" pitchFamily="18" charset="0"/>
              </a:rPr>
              <a:t> </a:t>
            </a:r>
          </a:p>
        </p:txBody>
      </p:sp>
      <p:sp>
        <p:nvSpPr>
          <p:cNvPr id="5" name="Rectangle 4">
            <a:extLst>
              <a:ext uri="{FF2B5EF4-FFF2-40B4-BE49-F238E27FC236}">
                <a16:creationId xmlns:a16="http://schemas.microsoft.com/office/drawing/2014/main" id="{01ECA0CB-0479-4597-A4BF-B9D2E2DFE6B6}"/>
              </a:ext>
            </a:extLst>
          </p:cNvPr>
          <p:cNvSpPr/>
          <p:nvPr/>
        </p:nvSpPr>
        <p:spPr>
          <a:xfrm>
            <a:off x="9648825" y="3534711"/>
            <a:ext cx="1619250" cy="424729"/>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000" b="1" dirty="0">
                <a:solidFill>
                  <a:srgbClr val="000000"/>
                </a:solidFill>
                <a:effectLst/>
                <a:ea typeface="Calibri" panose="020F0502020204030204" pitchFamily="34" charset="0"/>
                <a:cs typeface="Times New Roman" panose="02020603050405020304" pitchFamily="18" charset="0"/>
              </a:rPr>
              <a:t>Cache Memory</a:t>
            </a:r>
            <a:r>
              <a:rPr lang="en-GB" sz="1100" dirty="0">
                <a:effectLst/>
                <a:ea typeface="Calibri" panose="020F0502020204030204" pitchFamily="34" charset="0"/>
                <a:cs typeface="Times New Roman" panose="02020603050405020304" pitchFamily="18" charset="0"/>
              </a:rPr>
              <a:t> </a:t>
            </a:r>
          </a:p>
        </p:txBody>
      </p:sp>
      <p:sp>
        <p:nvSpPr>
          <p:cNvPr id="6" name="Rectangle 5">
            <a:extLst>
              <a:ext uri="{FF2B5EF4-FFF2-40B4-BE49-F238E27FC236}">
                <a16:creationId xmlns:a16="http://schemas.microsoft.com/office/drawing/2014/main" id="{18AFCE0B-B530-4E53-87DE-98024B14301E}"/>
              </a:ext>
            </a:extLst>
          </p:cNvPr>
          <p:cNvSpPr/>
          <p:nvPr/>
        </p:nvSpPr>
        <p:spPr>
          <a:xfrm>
            <a:off x="9648825" y="2715562"/>
            <a:ext cx="866775" cy="295275"/>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000" b="1">
                <a:solidFill>
                  <a:srgbClr val="000000"/>
                </a:solidFill>
                <a:effectLst/>
                <a:ea typeface="Calibri" panose="020F0502020204030204" pitchFamily="34" charset="0"/>
                <a:cs typeface="Times New Roman" panose="02020603050405020304" pitchFamily="18" charset="0"/>
              </a:rPr>
              <a:t>Control Unit</a:t>
            </a:r>
            <a:endParaRPr lang="en-GB" sz="1100">
              <a:effectLst/>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8707CD41-F670-4B87-8727-81ACB4FC72D1}"/>
              </a:ext>
            </a:extLst>
          </p:cNvPr>
          <p:cNvSpPr/>
          <p:nvPr/>
        </p:nvSpPr>
        <p:spPr>
          <a:xfrm>
            <a:off x="9648825" y="3096562"/>
            <a:ext cx="1619250" cy="295275"/>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000" b="1">
                <a:solidFill>
                  <a:srgbClr val="000000"/>
                </a:solidFill>
                <a:effectLst/>
                <a:ea typeface="Calibri" panose="020F0502020204030204" pitchFamily="34" charset="0"/>
                <a:cs typeface="Times New Roman" panose="02020603050405020304" pitchFamily="18" charset="0"/>
              </a:rPr>
              <a:t>Registers</a:t>
            </a:r>
            <a:endParaRPr lang="en-GB" sz="1100">
              <a:effectLst/>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0E28A813-8F1B-4A01-B6E1-F815970EB4D7}"/>
              </a:ext>
            </a:extLst>
          </p:cNvPr>
          <p:cNvSpPr/>
          <p:nvPr/>
        </p:nvSpPr>
        <p:spPr>
          <a:xfrm>
            <a:off x="10753725" y="2725722"/>
            <a:ext cx="514350" cy="267335"/>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000" b="1">
                <a:solidFill>
                  <a:srgbClr val="000000"/>
                </a:solidFill>
                <a:effectLst/>
                <a:ea typeface="Calibri" panose="020F0502020204030204" pitchFamily="34" charset="0"/>
                <a:cs typeface="Times New Roman" panose="02020603050405020304" pitchFamily="18" charset="0"/>
              </a:rPr>
              <a:t>ALU</a:t>
            </a:r>
            <a:endParaRPr lang="en-GB" sz="1100">
              <a:effectLst/>
              <a:ea typeface="Calibri" panose="020F050202020403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551FF8A6-1073-4316-AD52-7EDFBE17655B}"/>
              </a:ext>
            </a:extLst>
          </p:cNvPr>
          <p:cNvCxnSpPr/>
          <p:nvPr/>
        </p:nvCxnSpPr>
        <p:spPr>
          <a:xfrm>
            <a:off x="10048875" y="4059222"/>
            <a:ext cx="0" cy="3238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0" name="Rectangle 9">
            <a:extLst>
              <a:ext uri="{FF2B5EF4-FFF2-40B4-BE49-F238E27FC236}">
                <a16:creationId xmlns:a16="http://schemas.microsoft.com/office/drawing/2014/main" id="{F70118F8-A3B7-4F38-8E11-AFB2BB02BBB0}"/>
              </a:ext>
            </a:extLst>
          </p:cNvPr>
          <p:cNvSpPr/>
          <p:nvPr/>
        </p:nvSpPr>
        <p:spPr>
          <a:xfrm>
            <a:off x="9544050" y="4392597"/>
            <a:ext cx="1809750" cy="59055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000" b="1" dirty="0">
                <a:solidFill>
                  <a:srgbClr val="000000"/>
                </a:solidFill>
                <a:effectLst/>
                <a:ea typeface="Calibri" panose="020F0502020204030204" pitchFamily="34" charset="0"/>
                <a:cs typeface="Times New Roman" panose="02020603050405020304" pitchFamily="18" charset="0"/>
              </a:rPr>
              <a:t>Main</a:t>
            </a:r>
            <a:br>
              <a:rPr lang="en-GB" sz="1000" b="1" dirty="0">
                <a:solidFill>
                  <a:srgbClr val="000000"/>
                </a:solidFill>
                <a:effectLst/>
                <a:ea typeface="Calibri" panose="020F0502020204030204" pitchFamily="34" charset="0"/>
                <a:cs typeface="Times New Roman" panose="02020603050405020304" pitchFamily="18" charset="0"/>
              </a:rPr>
            </a:br>
            <a:r>
              <a:rPr lang="en-GB" sz="1000" b="1" dirty="0">
                <a:solidFill>
                  <a:srgbClr val="000000"/>
                </a:solidFill>
                <a:effectLst/>
                <a:ea typeface="Calibri" panose="020F0502020204030204" pitchFamily="34" charset="0"/>
                <a:cs typeface="Times New Roman" panose="02020603050405020304" pitchFamily="18" charset="0"/>
              </a:rPr>
              <a:t>Memory</a:t>
            </a:r>
            <a:r>
              <a:rPr lang="en-GB" sz="1100" dirty="0">
                <a:effectLst/>
                <a:ea typeface="Calibri" panose="020F0502020204030204" pitchFamily="34" charset="0"/>
                <a:cs typeface="Times New Roman" panose="02020603050405020304" pitchFamily="18" charset="0"/>
              </a:rPr>
              <a:t> </a:t>
            </a:r>
          </a:p>
        </p:txBody>
      </p:sp>
      <p:cxnSp>
        <p:nvCxnSpPr>
          <p:cNvPr id="11" name="Straight Arrow Connector 10">
            <a:extLst>
              <a:ext uri="{FF2B5EF4-FFF2-40B4-BE49-F238E27FC236}">
                <a16:creationId xmlns:a16="http://schemas.microsoft.com/office/drawing/2014/main" id="{36C58BEB-5270-43B5-89DE-FD957FDE56A2}"/>
              </a:ext>
            </a:extLst>
          </p:cNvPr>
          <p:cNvCxnSpPr/>
          <p:nvPr/>
        </p:nvCxnSpPr>
        <p:spPr>
          <a:xfrm flipV="1">
            <a:off x="10791825" y="4059222"/>
            <a:ext cx="0" cy="3429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59362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842FF-D498-4B21-891B-22A30BD646CF}"/>
              </a:ext>
            </a:extLst>
          </p:cNvPr>
          <p:cNvSpPr>
            <a:spLocks noGrp="1"/>
          </p:cNvSpPr>
          <p:nvPr>
            <p:ph type="title"/>
          </p:nvPr>
        </p:nvSpPr>
        <p:spPr/>
        <p:txBody>
          <a:bodyPr/>
          <a:lstStyle/>
          <a:p>
            <a:r>
              <a:rPr lang="en-GB" dirty="0"/>
              <a:t>Main Memory</a:t>
            </a:r>
          </a:p>
        </p:txBody>
      </p:sp>
      <p:sp>
        <p:nvSpPr>
          <p:cNvPr id="3" name="Content Placeholder 2">
            <a:extLst>
              <a:ext uri="{FF2B5EF4-FFF2-40B4-BE49-F238E27FC236}">
                <a16:creationId xmlns:a16="http://schemas.microsoft.com/office/drawing/2014/main" id="{F9FD6576-997B-44B8-81F2-3162DC4E1215}"/>
              </a:ext>
            </a:extLst>
          </p:cNvPr>
          <p:cNvSpPr>
            <a:spLocks noGrp="1"/>
          </p:cNvSpPr>
          <p:nvPr>
            <p:ph idx="1"/>
          </p:nvPr>
        </p:nvSpPr>
        <p:spPr/>
        <p:txBody>
          <a:bodyPr>
            <a:normAutofit/>
          </a:bodyPr>
          <a:lstStyle/>
          <a:p>
            <a:r>
              <a:rPr lang="en-GB" dirty="0"/>
              <a:t>Main memory is often referred to as RAM or Random Access Memory.  </a:t>
            </a:r>
          </a:p>
          <a:p>
            <a:pPr lvl="1"/>
            <a:r>
              <a:rPr lang="en-GB" dirty="0"/>
              <a:t>Main memory (RAM) at any time during the operation of the computer stores a portion of the operating system, application software currently running and other data items the processing unit needs when carrying out operations.  </a:t>
            </a:r>
          </a:p>
          <a:p>
            <a:r>
              <a:rPr lang="en-GB" dirty="0"/>
              <a:t>Main memory is </a:t>
            </a:r>
            <a:r>
              <a:rPr lang="en-GB" b="1" dirty="0">
                <a:solidFill>
                  <a:srgbClr val="0ED2CF"/>
                </a:solidFill>
              </a:rPr>
              <a:t>volatile</a:t>
            </a:r>
            <a:r>
              <a:rPr lang="en-GB" dirty="0"/>
              <a:t>, meaning </a:t>
            </a:r>
            <a:r>
              <a:rPr lang="en-GB" i="1" dirty="0">
                <a:solidFill>
                  <a:srgbClr val="0ED2CF"/>
                </a:solidFill>
              </a:rPr>
              <a:t>when the power is removed from the system the data will be lost</a:t>
            </a:r>
            <a:r>
              <a:rPr lang="en-GB" dirty="0"/>
              <a:t>, </a:t>
            </a:r>
          </a:p>
          <a:p>
            <a:r>
              <a:rPr lang="en-GB" dirty="0"/>
              <a:t>Referred to as random access memory because the processor </a:t>
            </a:r>
            <a:r>
              <a:rPr lang="en-GB" i="1" dirty="0">
                <a:solidFill>
                  <a:srgbClr val="0ED2CF"/>
                </a:solidFill>
              </a:rPr>
              <a:t>can go directly to any location to access an item of data</a:t>
            </a:r>
            <a:r>
              <a:rPr lang="en-GB" dirty="0"/>
              <a:t>; </a:t>
            </a:r>
          </a:p>
          <a:p>
            <a:pPr lvl="1"/>
            <a:r>
              <a:rPr lang="en-GB" dirty="0"/>
              <a:t>does not have to access the memory locations in a particular (sequential) order. </a:t>
            </a:r>
          </a:p>
          <a:p>
            <a:pPr lvl="1"/>
            <a:r>
              <a:rPr lang="en-GB" dirty="0"/>
              <a:t>Main memory is also sometimes called IAS – </a:t>
            </a:r>
            <a:r>
              <a:rPr lang="en-GB" dirty="0">
                <a:solidFill>
                  <a:srgbClr val="0ED2CF"/>
                </a:solidFill>
              </a:rPr>
              <a:t>Immediate Access Store</a:t>
            </a:r>
            <a:r>
              <a:rPr lang="en-GB" dirty="0"/>
              <a:t>.</a:t>
            </a:r>
          </a:p>
          <a:p>
            <a:endParaRPr lang="en-GB" dirty="0"/>
          </a:p>
        </p:txBody>
      </p:sp>
    </p:spTree>
    <p:extLst>
      <p:ext uri="{BB962C8B-B14F-4D97-AF65-F5344CB8AC3E}">
        <p14:creationId xmlns:p14="http://schemas.microsoft.com/office/powerpoint/2010/main" val="3932007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466D3-93F7-461B-B085-2B236B061925}"/>
              </a:ext>
            </a:extLst>
          </p:cNvPr>
          <p:cNvSpPr>
            <a:spLocks noGrp="1"/>
          </p:cNvSpPr>
          <p:nvPr>
            <p:ph type="title"/>
          </p:nvPr>
        </p:nvSpPr>
        <p:spPr/>
        <p:txBody>
          <a:bodyPr/>
          <a:lstStyle/>
          <a:p>
            <a:r>
              <a:rPr lang="en-GB" dirty="0"/>
              <a:t>The IAS</a:t>
            </a:r>
          </a:p>
        </p:txBody>
      </p:sp>
      <p:sp>
        <p:nvSpPr>
          <p:cNvPr id="3" name="Content Placeholder 2">
            <a:extLst>
              <a:ext uri="{FF2B5EF4-FFF2-40B4-BE49-F238E27FC236}">
                <a16:creationId xmlns:a16="http://schemas.microsoft.com/office/drawing/2014/main" id="{96F8DB84-AA81-4D0D-A22C-756573303C5E}"/>
              </a:ext>
            </a:extLst>
          </p:cNvPr>
          <p:cNvSpPr>
            <a:spLocks noGrp="1"/>
          </p:cNvSpPr>
          <p:nvPr>
            <p:ph idx="1"/>
          </p:nvPr>
        </p:nvSpPr>
        <p:spPr/>
        <p:txBody>
          <a:bodyPr>
            <a:normAutofit fontScale="85000" lnSpcReduction="10000"/>
          </a:bodyPr>
          <a:lstStyle/>
          <a:p>
            <a:r>
              <a:rPr lang="en-GB" dirty="0"/>
              <a:t>The </a:t>
            </a:r>
            <a:r>
              <a:rPr lang="en-GB" b="1" dirty="0">
                <a:solidFill>
                  <a:srgbClr val="0ED2CF"/>
                </a:solidFill>
              </a:rPr>
              <a:t>IAS</a:t>
            </a:r>
            <a:r>
              <a:rPr lang="en-GB" dirty="0"/>
              <a:t> is therefore the part of the computer system where the data and instructions are held for use by the Central Processor and where the central processor puts the results it generates. The computer store is made up of a large number of identifiable units called </a:t>
            </a:r>
            <a:r>
              <a:rPr lang="en-GB" b="1" dirty="0"/>
              <a:t>store locations</a:t>
            </a:r>
            <a:r>
              <a:rPr lang="en-GB" dirty="0"/>
              <a:t>. </a:t>
            </a:r>
          </a:p>
          <a:p>
            <a:r>
              <a:rPr lang="en-GB" dirty="0"/>
              <a:t>Each store location has a unique label, called an </a:t>
            </a:r>
            <a:r>
              <a:rPr lang="en-GB" b="1" dirty="0"/>
              <a:t>address</a:t>
            </a:r>
            <a:r>
              <a:rPr lang="en-GB" dirty="0"/>
              <a:t>, which is recognisable and is used by the central processor.   </a:t>
            </a:r>
          </a:p>
          <a:p>
            <a:r>
              <a:rPr lang="en-GB" dirty="0"/>
              <a:t>Those store locations that can be addressed directly by the central processor are called the </a:t>
            </a:r>
            <a:r>
              <a:rPr lang="en-GB" b="1" dirty="0">
                <a:solidFill>
                  <a:srgbClr val="0ED2CF"/>
                </a:solidFill>
              </a:rPr>
              <a:t>main store, immediate access store (IAS) or primary store</a:t>
            </a:r>
            <a:r>
              <a:rPr lang="en-GB" b="1" dirty="0"/>
              <a:t>.</a:t>
            </a:r>
            <a:r>
              <a:rPr lang="en-GB" dirty="0"/>
              <a:t> </a:t>
            </a:r>
          </a:p>
          <a:p>
            <a:pPr lvl="1"/>
            <a:r>
              <a:rPr lang="en-GB" dirty="0"/>
              <a:t>A store location, sometimes called a memory cell, is capable of holding a single item of data, a word or a byte. (A </a:t>
            </a:r>
            <a:r>
              <a:rPr lang="en-GB" b="1" dirty="0">
                <a:solidFill>
                  <a:srgbClr val="0ED2CF"/>
                </a:solidFill>
              </a:rPr>
              <a:t>byte</a:t>
            </a:r>
            <a:r>
              <a:rPr lang="en-GB" dirty="0"/>
              <a:t> is a group of bits, typically 8, representing a single character. A </a:t>
            </a:r>
            <a:r>
              <a:rPr lang="en-GB" b="1" dirty="0"/>
              <a:t>word</a:t>
            </a:r>
            <a:r>
              <a:rPr lang="en-GB" dirty="0"/>
              <a:t> is a group of bits that can be addressed, transferred and manipulated as a single unit by the central processor. </a:t>
            </a:r>
          </a:p>
          <a:p>
            <a:pPr lvl="1"/>
            <a:r>
              <a:rPr lang="en-GB" dirty="0"/>
              <a:t>The size of a word, </a:t>
            </a:r>
            <a:r>
              <a:rPr lang="en-GB" dirty="0" err="1"/>
              <a:t>ie</a:t>
            </a:r>
            <a:r>
              <a:rPr lang="en-GB" dirty="0"/>
              <a:t> the </a:t>
            </a:r>
            <a:r>
              <a:rPr lang="en-GB" b="1" dirty="0">
                <a:solidFill>
                  <a:srgbClr val="0ED2CF"/>
                </a:solidFill>
              </a:rPr>
              <a:t>word length</a:t>
            </a:r>
            <a:r>
              <a:rPr lang="en-GB" dirty="0"/>
              <a:t>, is determined by the width of the data pathways (buses) within the computer and is usually larger than a byte. </a:t>
            </a:r>
          </a:p>
          <a:p>
            <a:pPr lvl="1"/>
            <a:r>
              <a:rPr lang="en-GB" dirty="0"/>
              <a:t>Large word sizes mean that a computer can transfer data in larger groups than a computer with a smaller word size, and this generally means faster operation).</a:t>
            </a:r>
          </a:p>
          <a:p>
            <a:endParaRPr lang="en-GB" dirty="0"/>
          </a:p>
        </p:txBody>
      </p:sp>
    </p:spTree>
    <p:extLst>
      <p:ext uri="{BB962C8B-B14F-4D97-AF65-F5344CB8AC3E}">
        <p14:creationId xmlns:p14="http://schemas.microsoft.com/office/powerpoint/2010/main" val="557539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099FA-5FB0-406B-80C9-217AB652B281}"/>
              </a:ext>
            </a:extLst>
          </p:cNvPr>
          <p:cNvSpPr>
            <a:spLocks noGrp="1"/>
          </p:cNvSpPr>
          <p:nvPr>
            <p:ph type="title"/>
          </p:nvPr>
        </p:nvSpPr>
        <p:spPr/>
        <p:txBody>
          <a:bodyPr/>
          <a:lstStyle/>
          <a:p>
            <a:r>
              <a:rPr lang="en-GB" dirty="0"/>
              <a:t>Cache Memory</a:t>
            </a:r>
          </a:p>
        </p:txBody>
      </p:sp>
      <p:sp>
        <p:nvSpPr>
          <p:cNvPr id="3" name="Content Placeholder 2">
            <a:extLst>
              <a:ext uri="{FF2B5EF4-FFF2-40B4-BE49-F238E27FC236}">
                <a16:creationId xmlns:a16="http://schemas.microsoft.com/office/drawing/2014/main" id="{D409701E-0AFE-437C-BAFA-3028B9DDE791}"/>
              </a:ext>
            </a:extLst>
          </p:cNvPr>
          <p:cNvSpPr>
            <a:spLocks noGrp="1"/>
          </p:cNvSpPr>
          <p:nvPr>
            <p:ph idx="1"/>
          </p:nvPr>
        </p:nvSpPr>
        <p:spPr/>
        <p:txBody>
          <a:bodyPr/>
          <a:lstStyle/>
          <a:p>
            <a:r>
              <a:rPr lang="en-GB" dirty="0">
                <a:solidFill>
                  <a:srgbClr val="FF0000"/>
                </a:solidFill>
              </a:rPr>
              <a:t>Cache memory is a form of RAM </a:t>
            </a:r>
            <a:r>
              <a:rPr lang="en-GB" dirty="0"/>
              <a:t>which can be accessed, by the processor, </a:t>
            </a:r>
            <a:r>
              <a:rPr lang="en-GB" dirty="0">
                <a:solidFill>
                  <a:srgbClr val="FF0000"/>
                </a:solidFill>
              </a:rPr>
              <a:t>at a</a:t>
            </a:r>
            <a:r>
              <a:rPr lang="en-GB" dirty="0"/>
              <a:t> </a:t>
            </a:r>
            <a:r>
              <a:rPr lang="en-GB" dirty="0">
                <a:solidFill>
                  <a:srgbClr val="FF0000"/>
                </a:solidFill>
              </a:rPr>
              <a:t>faster rate than main memory</a:t>
            </a:r>
            <a:r>
              <a:rPr lang="en-GB" dirty="0"/>
              <a:t>.  </a:t>
            </a:r>
          </a:p>
          <a:p>
            <a:r>
              <a:rPr lang="en-GB" dirty="0"/>
              <a:t>It is high speed volatile memory that is often integrated into the processor chip or it may sit between the processor and main memory in the form of a separate memory chip.  </a:t>
            </a:r>
          </a:p>
          <a:p>
            <a:r>
              <a:rPr lang="en-GB" dirty="0">
                <a:solidFill>
                  <a:srgbClr val="FF0000"/>
                </a:solidFill>
              </a:rPr>
              <a:t>Cache memory is used to store copies of the contents of the most frequently used memory locations.  During the processing of data items, the processor will search cache first before searching the main memory. </a:t>
            </a:r>
          </a:p>
          <a:p>
            <a:endParaRPr lang="en-GB" dirty="0"/>
          </a:p>
        </p:txBody>
      </p:sp>
    </p:spTree>
    <p:extLst>
      <p:ext uri="{BB962C8B-B14F-4D97-AF65-F5344CB8AC3E}">
        <p14:creationId xmlns:p14="http://schemas.microsoft.com/office/powerpoint/2010/main" val="2879033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84C02-C5F6-4FBC-9B2C-71F4B70F8E09}"/>
              </a:ext>
            </a:extLst>
          </p:cNvPr>
          <p:cNvSpPr>
            <a:spLocks noGrp="1"/>
          </p:cNvSpPr>
          <p:nvPr>
            <p:ph type="title"/>
          </p:nvPr>
        </p:nvSpPr>
        <p:spPr/>
        <p:txBody>
          <a:bodyPr/>
          <a:lstStyle/>
          <a:p>
            <a:r>
              <a:rPr lang="en-GB" dirty="0"/>
              <a:t>ROM</a:t>
            </a:r>
          </a:p>
        </p:txBody>
      </p:sp>
      <p:sp>
        <p:nvSpPr>
          <p:cNvPr id="3" name="Content Placeholder 2">
            <a:extLst>
              <a:ext uri="{FF2B5EF4-FFF2-40B4-BE49-F238E27FC236}">
                <a16:creationId xmlns:a16="http://schemas.microsoft.com/office/drawing/2014/main" id="{12D3CCCD-7001-44A6-BAD5-C8F507EA21EA}"/>
              </a:ext>
            </a:extLst>
          </p:cNvPr>
          <p:cNvSpPr>
            <a:spLocks noGrp="1"/>
          </p:cNvSpPr>
          <p:nvPr>
            <p:ph idx="1"/>
          </p:nvPr>
        </p:nvSpPr>
        <p:spPr/>
        <p:txBody>
          <a:bodyPr>
            <a:normAutofit/>
          </a:bodyPr>
          <a:lstStyle/>
          <a:p>
            <a:r>
              <a:rPr lang="en-GB" dirty="0"/>
              <a:t>Read Only Memory. </a:t>
            </a:r>
            <a:r>
              <a:rPr lang="en-GB" dirty="0">
                <a:solidFill>
                  <a:srgbClr val="FF0000"/>
                </a:solidFill>
              </a:rPr>
              <a:t>This is non-volatile (permanent) main memory. In other words it is only able to be read from not written to</a:t>
            </a:r>
            <a:r>
              <a:rPr lang="en-GB" dirty="0"/>
              <a:t>. </a:t>
            </a:r>
          </a:p>
          <a:p>
            <a:r>
              <a:rPr lang="en-GB" dirty="0"/>
              <a:t>There are 2 possible forms:</a:t>
            </a:r>
          </a:p>
          <a:p>
            <a:pPr lvl="1"/>
            <a:r>
              <a:rPr lang="en-GB" dirty="0"/>
              <a:t>Once the data has been written to the memory it is fixed and unalterable by any means – the data is often written at the time of manufacture of the device it is in. </a:t>
            </a:r>
          </a:p>
          <a:p>
            <a:pPr lvl="1"/>
            <a:r>
              <a:rPr lang="en-GB" dirty="0"/>
              <a:t>The data may only be altered by the use of special facilities (</a:t>
            </a:r>
            <a:r>
              <a:rPr lang="en-GB" dirty="0" err="1"/>
              <a:t>eg</a:t>
            </a:r>
            <a:r>
              <a:rPr lang="en-GB" dirty="0"/>
              <a:t> by a program or hardware) – such memory chips are known as </a:t>
            </a:r>
            <a:r>
              <a:rPr lang="en-GB" b="1" dirty="0"/>
              <a:t>programmable memory</a:t>
            </a:r>
            <a:r>
              <a:rPr lang="en-GB" dirty="0"/>
              <a:t> chips and their uses include storing programs for controlling devices (</a:t>
            </a:r>
            <a:r>
              <a:rPr lang="en-GB" dirty="0" err="1"/>
              <a:t>eg</a:t>
            </a:r>
            <a:r>
              <a:rPr lang="en-GB" dirty="0"/>
              <a:t> traffic lights and lifts) and in computer games consoles. When a computer is switched on it loads a program from such a group of chips (called the BIOS), this allows for the BIOS to be upgraded later if necessary. The process of upgrading the data on such chips is often referred to as a flash upgrade.</a:t>
            </a:r>
          </a:p>
          <a:p>
            <a:endParaRPr lang="en-GB" dirty="0"/>
          </a:p>
        </p:txBody>
      </p:sp>
    </p:spTree>
    <p:extLst>
      <p:ext uri="{BB962C8B-B14F-4D97-AF65-F5344CB8AC3E}">
        <p14:creationId xmlns:p14="http://schemas.microsoft.com/office/powerpoint/2010/main" val="821491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0178B-64FE-4140-A611-93DC36435ED8}"/>
              </a:ext>
            </a:extLst>
          </p:cNvPr>
          <p:cNvSpPr>
            <a:spLocks noGrp="1"/>
          </p:cNvSpPr>
          <p:nvPr>
            <p:ph type="title"/>
          </p:nvPr>
        </p:nvSpPr>
        <p:spPr/>
        <p:txBody>
          <a:bodyPr/>
          <a:lstStyle/>
          <a:p>
            <a:r>
              <a:rPr lang="en-GB" dirty="0"/>
              <a:t>Boot/</a:t>
            </a:r>
            <a:r>
              <a:rPr lang="en-GB" dirty="0" err="1"/>
              <a:t>Bootscript</a:t>
            </a:r>
            <a:r>
              <a:rPr lang="en-GB" dirty="0"/>
              <a:t> and Booting Up</a:t>
            </a:r>
          </a:p>
        </p:txBody>
      </p:sp>
      <p:sp>
        <p:nvSpPr>
          <p:cNvPr id="3" name="Content Placeholder 2">
            <a:extLst>
              <a:ext uri="{FF2B5EF4-FFF2-40B4-BE49-F238E27FC236}">
                <a16:creationId xmlns:a16="http://schemas.microsoft.com/office/drawing/2014/main" id="{06052681-2819-479F-B874-0E01FFC3BBBA}"/>
              </a:ext>
            </a:extLst>
          </p:cNvPr>
          <p:cNvSpPr>
            <a:spLocks noGrp="1"/>
          </p:cNvSpPr>
          <p:nvPr>
            <p:ph idx="1"/>
          </p:nvPr>
        </p:nvSpPr>
        <p:spPr/>
        <p:txBody>
          <a:bodyPr>
            <a:normAutofit fontScale="92500" lnSpcReduction="10000"/>
          </a:bodyPr>
          <a:lstStyle/>
          <a:p>
            <a:r>
              <a:rPr lang="en-GB" dirty="0"/>
              <a:t>This is the process of starting up the computer by loading a short sequence of machine code instructions, which in turn load an operating system ready for use (see BIOS below). These instructions are normally held in read only memory  (ROM) and activated when the machine is switched on. This process is sometimes referred to as </a:t>
            </a:r>
            <a:r>
              <a:rPr lang="en-GB" b="1" dirty="0"/>
              <a:t>booting up</a:t>
            </a:r>
            <a:r>
              <a:rPr lang="en-GB" dirty="0"/>
              <a:t> or </a:t>
            </a:r>
            <a:r>
              <a:rPr lang="en-GB" b="1" dirty="0"/>
              <a:t>booting</a:t>
            </a:r>
            <a:r>
              <a:rPr lang="en-GB" dirty="0"/>
              <a:t>.</a:t>
            </a:r>
          </a:p>
          <a:p>
            <a:r>
              <a:rPr lang="en-GB" dirty="0"/>
              <a:t>It is possible to control the start up. This may be done by placing the required commands in a file, called a </a:t>
            </a:r>
            <a:r>
              <a:rPr lang="en-GB" b="1" dirty="0"/>
              <a:t>boot file</a:t>
            </a:r>
            <a:r>
              <a:rPr lang="en-GB" dirty="0"/>
              <a:t>, sometimes called a </a:t>
            </a:r>
            <a:r>
              <a:rPr lang="en-GB" b="1" dirty="0" err="1"/>
              <a:t>bootscript</a:t>
            </a:r>
            <a:r>
              <a:rPr lang="en-GB" dirty="0"/>
              <a:t>. This file will be executed automatically by the computer after it has booted up the operating system. </a:t>
            </a:r>
          </a:p>
          <a:p>
            <a:r>
              <a:rPr lang="en-GB" dirty="0"/>
              <a:t>To reboot the computer is to restart the system. This may be after the system has hung. The system may also need to be rebooted to complete the installation of some hardware and software. The computer will start up as if it had just been switched on, so data that had not been saved by the user, or saved automatically, will be lost. </a:t>
            </a:r>
          </a:p>
          <a:p>
            <a:endParaRPr lang="en-GB" dirty="0"/>
          </a:p>
        </p:txBody>
      </p:sp>
    </p:spTree>
    <p:extLst>
      <p:ext uri="{BB962C8B-B14F-4D97-AF65-F5344CB8AC3E}">
        <p14:creationId xmlns:p14="http://schemas.microsoft.com/office/powerpoint/2010/main" val="3311184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11BFA-9C09-44D7-B7F1-5AE4F77F24AE}"/>
              </a:ext>
            </a:extLst>
          </p:cNvPr>
          <p:cNvSpPr>
            <a:spLocks noGrp="1"/>
          </p:cNvSpPr>
          <p:nvPr>
            <p:ph type="title"/>
          </p:nvPr>
        </p:nvSpPr>
        <p:spPr/>
        <p:txBody>
          <a:bodyPr/>
          <a:lstStyle/>
          <a:p>
            <a:r>
              <a:rPr lang="en-GB" dirty="0"/>
              <a:t>BIOS (Basic Input Output System)</a:t>
            </a:r>
          </a:p>
        </p:txBody>
      </p:sp>
      <p:sp>
        <p:nvSpPr>
          <p:cNvPr id="3" name="Content Placeholder 2">
            <a:extLst>
              <a:ext uri="{FF2B5EF4-FFF2-40B4-BE49-F238E27FC236}">
                <a16:creationId xmlns:a16="http://schemas.microsoft.com/office/drawing/2014/main" id="{0F7F9C7B-4F09-46C4-B56B-03FC1B28EFC6}"/>
              </a:ext>
            </a:extLst>
          </p:cNvPr>
          <p:cNvSpPr>
            <a:spLocks noGrp="1"/>
          </p:cNvSpPr>
          <p:nvPr>
            <p:ph idx="1"/>
          </p:nvPr>
        </p:nvSpPr>
        <p:spPr/>
        <p:txBody>
          <a:bodyPr>
            <a:normAutofit/>
          </a:bodyPr>
          <a:lstStyle/>
          <a:p>
            <a:r>
              <a:rPr lang="en-GB" dirty="0"/>
              <a:t>This is a machine code program that handles the low-level </a:t>
            </a:r>
            <a:r>
              <a:rPr lang="en-GB" i="1" dirty="0"/>
              <a:t>input</a:t>
            </a:r>
            <a:r>
              <a:rPr lang="en-GB" dirty="0"/>
              <a:t> and </a:t>
            </a:r>
            <a:r>
              <a:rPr lang="en-GB" i="1" dirty="0"/>
              <a:t>output</a:t>
            </a:r>
            <a:r>
              <a:rPr lang="en-GB" dirty="0"/>
              <a:t> operations such as those relating to the keyboard and screen of the system. It provides an interface between the hardware and the operating system. </a:t>
            </a:r>
          </a:p>
          <a:p>
            <a:r>
              <a:rPr lang="en-GB" dirty="0"/>
              <a:t>Suppliers usually provide the BIOS with the hardware in the form of </a:t>
            </a:r>
            <a:r>
              <a:rPr lang="en-GB" i="1" dirty="0">
                <a:solidFill>
                  <a:srgbClr val="0ED2CF"/>
                </a:solidFill>
              </a:rPr>
              <a:t>non-volatile memory</a:t>
            </a:r>
            <a:r>
              <a:rPr lang="en-GB" dirty="0"/>
              <a:t>. </a:t>
            </a:r>
          </a:p>
          <a:p>
            <a:pPr lvl="1"/>
            <a:r>
              <a:rPr lang="en-GB" dirty="0"/>
              <a:t>It is usually considered to form the lowest level of the operating system.  </a:t>
            </a:r>
          </a:p>
          <a:p>
            <a:pPr lvl="1"/>
            <a:r>
              <a:rPr lang="en-GB" dirty="0"/>
              <a:t>In order to make it possible for a range of different operating systems to be installed without the supplier having to modify the operating system for different hardware platforms, the BIOS has to comply with one of a range of agreed common standards. </a:t>
            </a:r>
          </a:p>
          <a:p>
            <a:pPr lvl="1"/>
            <a:r>
              <a:rPr lang="en-GB" dirty="0"/>
              <a:t>The BIOS in most systems can be updated. This allows a newer version of the BIOS to be loaded. </a:t>
            </a:r>
          </a:p>
          <a:p>
            <a:endParaRPr lang="en-GB" dirty="0"/>
          </a:p>
        </p:txBody>
      </p:sp>
    </p:spTree>
    <p:extLst>
      <p:ext uri="{BB962C8B-B14F-4D97-AF65-F5344CB8AC3E}">
        <p14:creationId xmlns:p14="http://schemas.microsoft.com/office/powerpoint/2010/main" val="857562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EFI vs BIOS: What&amp;#39;s the Difference?">
            <a:extLst>
              <a:ext uri="{FF2B5EF4-FFF2-40B4-BE49-F238E27FC236}">
                <a16:creationId xmlns:a16="http://schemas.microsoft.com/office/drawing/2014/main" id="{5F6CE4CD-4885-4AD1-BEC0-6068031762D7}"/>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297" y="1027906"/>
            <a:ext cx="6012501" cy="38149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nect samsung phone to pc via usb: Asus bios update windows 10 how to  copy obb file in android It could a good take">
            <a:extLst>
              <a:ext uri="{FF2B5EF4-FFF2-40B4-BE49-F238E27FC236}">
                <a16:creationId xmlns:a16="http://schemas.microsoft.com/office/drawing/2014/main" id="{986A97E1-01A4-4454-A0DB-F16D03AC0D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9203" y="2601546"/>
            <a:ext cx="5989298" cy="3814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23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64BFB-9F01-466B-B79B-CC2738D57EE5}"/>
              </a:ext>
            </a:extLst>
          </p:cNvPr>
          <p:cNvSpPr>
            <a:spLocks noGrp="1"/>
          </p:cNvSpPr>
          <p:nvPr>
            <p:ph type="title"/>
          </p:nvPr>
        </p:nvSpPr>
        <p:spPr/>
        <p:txBody>
          <a:bodyPr/>
          <a:lstStyle/>
          <a:p>
            <a:r>
              <a:rPr lang="en-GB" dirty="0"/>
              <a:t>Question Break</a:t>
            </a:r>
          </a:p>
        </p:txBody>
      </p:sp>
      <p:sp>
        <p:nvSpPr>
          <p:cNvPr id="3" name="Content Placeholder 2">
            <a:extLst>
              <a:ext uri="{FF2B5EF4-FFF2-40B4-BE49-F238E27FC236}">
                <a16:creationId xmlns:a16="http://schemas.microsoft.com/office/drawing/2014/main" id="{C93F2D95-5026-4B7E-946F-A9FBB4E83599}"/>
              </a:ext>
            </a:extLst>
          </p:cNvPr>
          <p:cNvSpPr>
            <a:spLocks noGrp="1"/>
          </p:cNvSpPr>
          <p:nvPr>
            <p:ph idx="1"/>
          </p:nvPr>
        </p:nvSpPr>
        <p:spPr/>
        <p:txBody>
          <a:bodyPr/>
          <a:lstStyle/>
          <a:p>
            <a:r>
              <a:rPr lang="en-US" dirty="0"/>
              <a:t>The CPU of a computer includes a control unit and internal memory. </a:t>
            </a:r>
            <a:endParaRPr lang="en-GB" dirty="0"/>
          </a:p>
          <a:p>
            <a:pPr marL="0" indent="0">
              <a:buNone/>
            </a:pPr>
            <a:r>
              <a:rPr lang="en-US" dirty="0"/>
              <a:t>1. Explain the purpose of the control unit. 				[3]</a:t>
            </a:r>
          </a:p>
          <a:p>
            <a:pPr marL="0" indent="0">
              <a:buNone/>
            </a:pPr>
            <a:r>
              <a:rPr lang="en-US" dirty="0"/>
              <a:t>2. Identify </a:t>
            </a:r>
            <a:r>
              <a:rPr lang="en-US" b="1" dirty="0"/>
              <a:t>three </a:t>
            </a:r>
            <a:r>
              <a:rPr lang="en-US" dirty="0"/>
              <a:t>different types of internal memory and describe how each is used. 										[3 * 3]</a:t>
            </a:r>
          </a:p>
          <a:p>
            <a:pPr marL="0" indent="0">
              <a:buNone/>
            </a:pPr>
            <a:r>
              <a:rPr lang="en-US" dirty="0"/>
              <a:t>A computer uses a stock control system.</a:t>
            </a:r>
            <a:endParaRPr lang="en-GB" dirty="0"/>
          </a:p>
          <a:p>
            <a:pPr marL="0" lvl="0" indent="0">
              <a:buNone/>
            </a:pPr>
            <a:r>
              <a:rPr lang="en-US" dirty="0"/>
              <a:t>3. Describe three ways this computer could use RAM		[6]</a:t>
            </a:r>
          </a:p>
          <a:p>
            <a:pPr marL="0" indent="0">
              <a:buNone/>
            </a:pPr>
            <a:r>
              <a:rPr lang="en-US" dirty="0"/>
              <a:t>4. State and justify one way in which ROM is used.			[2]</a:t>
            </a:r>
            <a:endParaRPr lang="en-GB" dirty="0"/>
          </a:p>
          <a:p>
            <a:pPr marL="0" lvl="0" indent="0">
              <a:buNone/>
            </a:pPr>
            <a:endParaRPr lang="en-GB" dirty="0"/>
          </a:p>
          <a:p>
            <a:pPr marL="0" indent="0">
              <a:buNone/>
            </a:pPr>
            <a:endParaRPr lang="en-GB" dirty="0"/>
          </a:p>
          <a:p>
            <a:pPr marL="0" indent="0">
              <a:buNone/>
            </a:pPr>
            <a:endParaRPr lang="en-GB" dirty="0"/>
          </a:p>
          <a:p>
            <a:endParaRPr lang="en-GB" dirty="0"/>
          </a:p>
        </p:txBody>
      </p:sp>
    </p:spTree>
    <p:extLst>
      <p:ext uri="{BB962C8B-B14F-4D97-AF65-F5344CB8AC3E}">
        <p14:creationId xmlns:p14="http://schemas.microsoft.com/office/powerpoint/2010/main" val="2260294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26EA9F84-3088-D32F-D932-7123993E159D}"/>
              </a:ext>
            </a:extLst>
          </p:cNvPr>
          <p:cNvPicPr>
            <a:picLocks noGrp="1" noChangeAspect="1"/>
          </p:cNvPicPr>
          <p:nvPr>
            <p:ph idx="1"/>
          </p:nvPr>
        </p:nvPicPr>
        <p:blipFill>
          <a:blip r:embed="rId2"/>
          <a:stretch>
            <a:fillRect/>
          </a:stretch>
        </p:blipFill>
        <p:spPr>
          <a:xfrm>
            <a:off x="219101" y="610021"/>
            <a:ext cx="5382376" cy="1276528"/>
          </a:xfrm>
        </p:spPr>
      </p:pic>
      <p:pic>
        <p:nvPicPr>
          <p:cNvPr id="13" name="Content Placeholder 11">
            <a:extLst>
              <a:ext uri="{FF2B5EF4-FFF2-40B4-BE49-F238E27FC236}">
                <a16:creationId xmlns:a16="http://schemas.microsoft.com/office/drawing/2014/main" id="{15A2ED0C-C13A-F2F9-3284-885C53418D8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74669" y="610021"/>
            <a:ext cx="5416722" cy="2233799"/>
          </a:xfrm>
          <a:prstGeom prst="rect">
            <a:avLst/>
          </a:prstGeom>
          <a:solidFill>
            <a:srgbClr val="000000">
              <a:alpha val="80000"/>
            </a:srgbClr>
          </a:solidFill>
          <a:ln w="76200">
            <a:solidFill>
              <a:srgbClr val="0ED2CF"/>
            </a:solidFill>
          </a:ln>
          <a:effectLst>
            <a:outerShdw blurRad="50800" dist="38100" dir="2700000" algn="tl" rotWithShape="0">
              <a:prstClr val="black">
                <a:alpha val="40000"/>
              </a:prstClr>
            </a:outerShdw>
          </a:effectLst>
        </p:spPr>
      </p:pic>
      <p:pic>
        <p:nvPicPr>
          <p:cNvPr id="14" name="Content Placeholder 11">
            <a:extLst>
              <a:ext uri="{FF2B5EF4-FFF2-40B4-BE49-F238E27FC236}">
                <a16:creationId xmlns:a16="http://schemas.microsoft.com/office/drawing/2014/main" id="{7D3B9404-D293-1282-8837-4791D65DE4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19102" y="2205556"/>
            <a:ext cx="4520850" cy="1235140"/>
          </a:xfrm>
          <a:prstGeom prst="rect">
            <a:avLst/>
          </a:prstGeom>
          <a:solidFill>
            <a:srgbClr val="000000">
              <a:alpha val="80000"/>
            </a:srgbClr>
          </a:solidFill>
          <a:ln w="76200">
            <a:solidFill>
              <a:srgbClr val="0ED2CF"/>
            </a:solidFill>
          </a:ln>
          <a:effectLst>
            <a:outerShdw blurRad="50800" dist="38100" dir="2700000" algn="tl" rotWithShape="0">
              <a:prstClr val="black">
                <a:alpha val="40000"/>
              </a:prstClr>
            </a:outerShdw>
          </a:effectLst>
        </p:spPr>
      </p:pic>
      <p:pic>
        <p:nvPicPr>
          <p:cNvPr id="15" name="Content Placeholder 11">
            <a:extLst>
              <a:ext uri="{FF2B5EF4-FFF2-40B4-BE49-F238E27FC236}">
                <a16:creationId xmlns:a16="http://schemas.microsoft.com/office/drawing/2014/main" id="{9076AB5D-4C7E-C6AE-275B-1CFBCBFED13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387906" y="3230128"/>
            <a:ext cx="5382376" cy="1071311"/>
          </a:xfrm>
          <a:prstGeom prst="rect">
            <a:avLst/>
          </a:prstGeom>
          <a:solidFill>
            <a:srgbClr val="000000">
              <a:alpha val="80000"/>
            </a:srgbClr>
          </a:solidFill>
          <a:ln w="76200">
            <a:solidFill>
              <a:srgbClr val="0ED2CF"/>
            </a:solidFill>
          </a:ln>
          <a:effectLst>
            <a:outerShdw blurRad="50800" dist="38100" dir="2700000" algn="tl" rotWithShape="0">
              <a:prstClr val="black">
                <a:alpha val="40000"/>
              </a:prstClr>
            </a:outerShdw>
          </a:effectLst>
        </p:spPr>
      </p:pic>
      <p:sp>
        <p:nvSpPr>
          <p:cNvPr id="23" name="TextBox 22">
            <a:extLst>
              <a:ext uri="{FF2B5EF4-FFF2-40B4-BE49-F238E27FC236}">
                <a16:creationId xmlns:a16="http://schemas.microsoft.com/office/drawing/2014/main" id="{031010D0-E0DC-2A59-29AA-5F759928398F}"/>
              </a:ext>
            </a:extLst>
          </p:cNvPr>
          <p:cNvSpPr txBox="1"/>
          <p:nvPr/>
        </p:nvSpPr>
        <p:spPr>
          <a:xfrm>
            <a:off x="126251" y="3759703"/>
            <a:ext cx="6148418" cy="2893100"/>
          </a:xfrm>
          <a:prstGeom prst="rect">
            <a:avLst/>
          </a:prstGeom>
          <a:solidFill>
            <a:schemeClr val="bg1"/>
          </a:solidFill>
        </p:spPr>
        <p:txBody>
          <a:bodyPr wrap="square" rtlCol="0">
            <a:spAutoFit/>
          </a:bodyPr>
          <a:lstStyle/>
          <a:p>
            <a:r>
              <a:rPr lang="en-GB" sz="1400" b="1" dirty="0"/>
              <a:t>Temporary Data Storage</a:t>
            </a:r>
            <a:r>
              <a:rPr lang="en-GB" sz="1400" dirty="0"/>
              <a:t>: RAM is used to store temporary data such as current stock levels/sales/customer information. When stock levels are updated or new transactions occur, this data is quickly written to RAM for fast access, allowing for real-time updates without the latency of accessing secondary storage like a hard drive.</a:t>
            </a:r>
          </a:p>
          <a:p>
            <a:r>
              <a:rPr lang="en-GB" sz="1400" b="1" dirty="0"/>
              <a:t>Running Applications</a:t>
            </a:r>
            <a:r>
              <a:rPr lang="en-GB" sz="1400" dirty="0"/>
              <a:t>: The stock control system software runs in RAM. This enables quick execution of commands, and efficient processing of tasks such as generating reports or processing orders, ensuring that users have a responsive experience.</a:t>
            </a:r>
          </a:p>
          <a:p>
            <a:r>
              <a:rPr lang="en-GB" sz="1400" b="1" dirty="0"/>
              <a:t>Caching Frequently Accessed Data</a:t>
            </a:r>
            <a:r>
              <a:rPr lang="en-GB" sz="1400" dirty="0"/>
              <a:t>: RAM can be used to cache frequently accessed data, such as product information/pricing/stock levels. By keeping this information in RAM, the system reduces the need to repeatedly access slower storage, improving performance</a:t>
            </a:r>
          </a:p>
        </p:txBody>
      </p:sp>
    </p:spTree>
    <p:extLst>
      <p:ext uri="{BB962C8B-B14F-4D97-AF65-F5344CB8AC3E}">
        <p14:creationId xmlns:p14="http://schemas.microsoft.com/office/powerpoint/2010/main" val="1966259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10FC-B28F-4B47-AF3B-E1DC4A97F6C7}"/>
              </a:ext>
            </a:extLst>
          </p:cNvPr>
          <p:cNvSpPr>
            <a:spLocks noGrp="1"/>
          </p:cNvSpPr>
          <p:nvPr>
            <p:ph type="title"/>
          </p:nvPr>
        </p:nvSpPr>
        <p:spPr/>
        <p:txBody>
          <a:bodyPr/>
          <a:lstStyle/>
          <a:p>
            <a:r>
              <a:rPr lang="en-GB" dirty="0"/>
              <a:t>Buses</a:t>
            </a:r>
          </a:p>
        </p:txBody>
      </p:sp>
      <p:sp>
        <p:nvSpPr>
          <p:cNvPr id="3" name="Content Placeholder 2">
            <a:extLst>
              <a:ext uri="{FF2B5EF4-FFF2-40B4-BE49-F238E27FC236}">
                <a16:creationId xmlns:a16="http://schemas.microsoft.com/office/drawing/2014/main" id="{4F1BAF5B-E5FD-4A6D-9071-8DFBF9BBA0EB}"/>
              </a:ext>
            </a:extLst>
          </p:cNvPr>
          <p:cNvSpPr>
            <a:spLocks noGrp="1"/>
          </p:cNvSpPr>
          <p:nvPr>
            <p:ph idx="1"/>
          </p:nvPr>
        </p:nvSpPr>
        <p:spPr/>
        <p:txBody>
          <a:bodyPr>
            <a:normAutofit/>
          </a:bodyPr>
          <a:lstStyle/>
          <a:p>
            <a:r>
              <a:rPr lang="en-GB" dirty="0"/>
              <a:t>Operating in isolation, each of the internal components of a typical computer system has a very specific function.  Communication between each of these components is necessary during the execution of program instructions.</a:t>
            </a:r>
          </a:p>
          <a:p>
            <a:r>
              <a:rPr lang="en-GB" dirty="0"/>
              <a:t>Communication systems known as buses are used to support the transfer of signal between the internal components of computer system (internal buses) and to allow for communication with the various input and output (I/O) devices used for communication with the outside world (external buses).</a:t>
            </a:r>
          </a:p>
          <a:p>
            <a:r>
              <a:rPr lang="en-GB" dirty="0"/>
              <a:t>A bus is basically a set of physical connections in the form of set of physical cables or printed circuits used to connect the various hardware components used in the execution of a set of instructions.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C295AB6-032C-8E6D-8679-24E1ACEBFCA9}"/>
                  </a:ext>
                </a:extLst>
              </p14:cNvPr>
              <p14:cNvContentPartPr/>
              <p14:nvPr/>
            </p14:nvContentPartPr>
            <p14:xfrm>
              <a:off x="8280360" y="3282840"/>
              <a:ext cx="3226320" cy="133920"/>
            </p14:xfrm>
          </p:contentPart>
        </mc:Choice>
        <mc:Fallback xmlns="">
          <p:pic>
            <p:nvPicPr>
              <p:cNvPr id="4" name="Ink 3">
                <a:extLst>
                  <a:ext uri="{FF2B5EF4-FFF2-40B4-BE49-F238E27FC236}">
                    <a16:creationId xmlns:a16="http://schemas.microsoft.com/office/drawing/2014/main" id="{CC295AB6-032C-8E6D-8679-24E1ACEBFCA9}"/>
                  </a:ext>
                </a:extLst>
              </p:cNvPr>
              <p:cNvPicPr/>
              <p:nvPr/>
            </p:nvPicPr>
            <p:blipFill>
              <a:blip r:embed="rId3"/>
              <a:stretch>
                <a:fillRect/>
              </a:stretch>
            </p:blipFill>
            <p:spPr>
              <a:xfrm>
                <a:off x="8264520" y="3219480"/>
                <a:ext cx="325764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3C9958FF-F0D2-8E83-2183-F06570D318B6}"/>
                  </a:ext>
                </a:extLst>
              </p14:cNvPr>
              <p14:cNvContentPartPr/>
              <p14:nvPr/>
            </p14:nvContentPartPr>
            <p14:xfrm>
              <a:off x="571680" y="3613320"/>
              <a:ext cx="5873760" cy="266760"/>
            </p14:xfrm>
          </p:contentPart>
        </mc:Choice>
        <mc:Fallback xmlns="">
          <p:pic>
            <p:nvPicPr>
              <p:cNvPr id="5" name="Ink 4">
                <a:extLst>
                  <a:ext uri="{FF2B5EF4-FFF2-40B4-BE49-F238E27FC236}">
                    <a16:creationId xmlns:a16="http://schemas.microsoft.com/office/drawing/2014/main" id="{3C9958FF-F0D2-8E83-2183-F06570D318B6}"/>
                  </a:ext>
                </a:extLst>
              </p:cNvPr>
              <p:cNvPicPr/>
              <p:nvPr/>
            </p:nvPicPr>
            <p:blipFill>
              <a:blip r:embed="rId5"/>
              <a:stretch>
                <a:fillRect/>
              </a:stretch>
            </p:blipFill>
            <p:spPr>
              <a:xfrm>
                <a:off x="555840" y="3549960"/>
                <a:ext cx="590508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B54A4CDA-B518-2104-CEA4-6A66B51EBB53}"/>
                  </a:ext>
                </a:extLst>
              </p14:cNvPr>
              <p14:cNvContentPartPr/>
              <p14:nvPr/>
            </p14:nvContentPartPr>
            <p14:xfrm>
              <a:off x="8280360" y="3149640"/>
              <a:ext cx="3321360" cy="317880"/>
            </p14:xfrm>
          </p:contentPart>
        </mc:Choice>
        <mc:Fallback xmlns="">
          <p:pic>
            <p:nvPicPr>
              <p:cNvPr id="6" name="Ink 5">
                <a:extLst>
                  <a:ext uri="{FF2B5EF4-FFF2-40B4-BE49-F238E27FC236}">
                    <a16:creationId xmlns:a16="http://schemas.microsoft.com/office/drawing/2014/main" id="{B54A4CDA-B518-2104-CEA4-6A66B51EBB53}"/>
                  </a:ext>
                </a:extLst>
              </p:cNvPr>
              <p:cNvPicPr/>
              <p:nvPr/>
            </p:nvPicPr>
            <p:blipFill>
              <a:blip r:embed="rId7"/>
              <a:stretch>
                <a:fillRect/>
              </a:stretch>
            </p:blipFill>
            <p:spPr>
              <a:xfrm>
                <a:off x="8264520" y="3086280"/>
                <a:ext cx="3352680" cy="444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6D0C5E24-3978-3A85-0B27-5FC9C4C8AC8B}"/>
                  </a:ext>
                </a:extLst>
              </p14:cNvPr>
              <p14:cNvContentPartPr/>
              <p14:nvPr/>
            </p14:nvContentPartPr>
            <p14:xfrm>
              <a:off x="9588600" y="3664080"/>
              <a:ext cx="2019600" cy="159120"/>
            </p14:xfrm>
          </p:contentPart>
        </mc:Choice>
        <mc:Fallback xmlns="">
          <p:pic>
            <p:nvPicPr>
              <p:cNvPr id="7" name="Ink 6">
                <a:extLst>
                  <a:ext uri="{FF2B5EF4-FFF2-40B4-BE49-F238E27FC236}">
                    <a16:creationId xmlns:a16="http://schemas.microsoft.com/office/drawing/2014/main" id="{6D0C5E24-3978-3A85-0B27-5FC9C4C8AC8B}"/>
                  </a:ext>
                </a:extLst>
              </p:cNvPr>
              <p:cNvPicPr/>
              <p:nvPr/>
            </p:nvPicPr>
            <p:blipFill>
              <a:blip r:embed="rId9"/>
              <a:stretch>
                <a:fillRect/>
              </a:stretch>
            </p:blipFill>
            <p:spPr>
              <a:xfrm>
                <a:off x="9572760" y="3600720"/>
                <a:ext cx="205092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A91C0239-4AE1-2729-B9E8-A368424E682B}"/>
                  </a:ext>
                </a:extLst>
              </p14:cNvPr>
              <p14:cNvContentPartPr/>
              <p14:nvPr/>
            </p14:nvContentPartPr>
            <p14:xfrm>
              <a:off x="7689960" y="4432320"/>
              <a:ext cx="2095920" cy="184320"/>
            </p14:xfrm>
          </p:contentPart>
        </mc:Choice>
        <mc:Fallback xmlns="">
          <p:pic>
            <p:nvPicPr>
              <p:cNvPr id="8" name="Ink 7">
                <a:extLst>
                  <a:ext uri="{FF2B5EF4-FFF2-40B4-BE49-F238E27FC236}">
                    <a16:creationId xmlns:a16="http://schemas.microsoft.com/office/drawing/2014/main" id="{A91C0239-4AE1-2729-B9E8-A368424E682B}"/>
                  </a:ext>
                </a:extLst>
              </p:cNvPr>
              <p:cNvPicPr/>
              <p:nvPr/>
            </p:nvPicPr>
            <p:blipFill>
              <a:blip r:embed="rId11"/>
              <a:stretch>
                <a:fillRect/>
              </a:stretch>
            </p:blipFill>
            <p:spPr>
              <a:xfrm>
                <a:off x="7674120" y="4368960"/>
                <a:ext cx="212724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9470D5E0-5F01-B7E8-C00A-22E01E71CDC6}"/>
                  </a:ext>
                </a:extLst>
              </p14:cNvPr>
              <p14:cNvContentPartPr/>
              <p14:nvPr/>
            </p14:nvContentPartPr>
            <p14:xfrm>
              <a:off x="10388520" y="3981600"/>
              <a:ext cx="444960" cy="330480"/>
            </p14:xfrm>
          </p:contentPart>
        </mc:Choice>
        <mc:Fallback xmlns="">
          <p:pic>
            <p:nvPicPr>
              <p:cNvPr id="9" name="Ink 8">
                <a:extLst>
                  <a:ext uri="{FF2B5EF4-FFF2-40B4-BE49-F238E27FC236}">
                    <a16:creationId xmlns:a16="http://schemas.microsoft.com/office/drawing/2014/main" id="{9470D5E0-5F01-B7E8-C00A-22E01E71CDC6}"/>
                  </a:ext>
                </a:extLst>
              </p:cNvPr>
              <p:cNvPicPr/>
              <p:nvPr/>
            </p:nvPicPr>
            <p:blipFill>
              <a:blip r:embed="rId13"/>
              <a:stretch>
                <a:fillRect/>
              </a:stretch>
            </p:blipFill>
            <p:spPr>
              <a:xfrm>
                <a:off x="10372680" y="3918240"/>
                <a:ext cx="47628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DBA5502B-50AE-04E9-71E8-C997635A51A0}"/>
                  </a:ext>
                </a:extLst>
              </p14:cNvPr>
              <p14:cNvContentPartPr/>
              <p14:nvPr/>
            </p14:nvContentPartPr>
            <p14:xfrm>
              <a:off x="1816200" y="4991040"/>
              <a:ext cx="9411120" cy="114840"/>
            </p14:xfrm>
          </p:contentPart>
        </mc:Choice>
        <mc:Fallback xmlns="">
          <p:pic>
            <p:nvPicPr>
              <p:cNvPr id="10" name="Ink 9">
                <a:extLst>
                  <a:ext uri="{FF2B5EF4-FFF2-40B4-BE49-F238E27FC236}">
                    <a16:creationId xmlns:a16="http://schemas.microsoft.com/office/drawing/2014/main" id="{DBA5502B-50AE-04E9-71E8-C997635A51A0}"/>
                  </a:ext>
                </a:extLst>
              </p:cNvPr>
              <p:cNvPicPr/>
              <p:nvPr/>
            </p:nvPicPr>
            <p:blipFill>
              <a:blip r:embed="rId15"/>
              <a:stretch>
                <a:fillRect/>
              </a:stretch>
            </p:blipFill>
            <p:spPr>
              <a:xfrm>
                <a:off x="1800360" y="4927680"/>
                <a:ext cx="94424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E8FA7559-0D57-FA0F-810C-5D63B8C7F664}"/>
                  </a:ext>
                </a:extLst>
              </p14:cNvPr>
              <p14:cNvContentPartPr/>
              <p14:nvPr/>
            </p14:nvContentPartPr>
            <p14:xfrm>
              <a:off x="565200" y="5340240"/>
              <a:ext cx="11100240" cy="153000"/>
            </p14:xfrm>
          </p:contentPart>
        </mc:Choice>
        <mc:Fallback xmlns="">
          <p:pic>
            <p:nvPicPr>
              <p:cNvPr id="11" name="Ink 10">
                <a:extLst>
                  <a:ext uri="{FF2B5EF4-FFF2-40B4-BE49-F238E27FC236}">
                    <a16:creationId xmlns:a16="http://schemas.microsoft.com/office/drawing/2014/main" id="{E8FA7559-0D57-FA0F-810C-5D63B8C7F664}"/>
                  </a:ext>
                </a:extLst>
              </p:cNvPr>
              <p:cNvPicPr/>
              <p:nvPr/>
            </p:nvPicPr>
            <p:blipFill>
              <a:blip r:embed="rId17"/>
              <a:stretch>
                <a:fillRect/>
              </a:stretch>
            </p:blipFill>
            <p:spPr>
              <a:xfrm>
                <a:off x="549360" y="5276880"/>
                <a:ext cx="1113156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16FC7D45-CFFB-EC33-75FE-EA9BDBF2523A}"/>
                  </a:ext>
                </a:extLst>
              </p14:cNvPr>
              <p14:cNvContentPartPr/>
              <p14:nvPr/>
            </p14:nvContentPartPr>
            <p14:xfrm>
              <a:off x="806400" y="5270400"/>
              <a:ext cx="5302800" cy="83160"/>
            </p14:xfrm>
          </p:contentPart>
        </mc:Choice>
        <mc:Fallback xmlns="">
          <p:pic>
            <p:nvPicPr>
              <p:cNvPr id="12" name="Ink 11">
                <a:extLst>
                  <a:ext uri="{FF2B5EF4-FFF2-40B4-BE49-F238E27FC236}">
                    <a16:creationId xmlns:a16="http://schemas.microsoft.com/office/drawing/2014/main" id="{16FC7D45-CFFB-EC33-75FE-EA9BDBF2523A}"/>
                  </a:ext>
                </a:extLst>
              </p:cNvPr>
              <p:cNvPicPr/>
              <p:nvPr/>
            </p:nvPicPr>
            <p:blipFill>
              <a:blip r:embed="rId19"/>
              <a:stretch>
                <a:fillRect/>
              </a:stretch>
            </p:blipFill>
            <p:spPr>
              <a:xfrm>
                <a:off x="790560" y="5207040"/>
                <a:ext cx="53341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FF4E1D1A-C6EF-072F-6B84-F02B10A76108}"/>
                  </a:ext>
                </a:extLst>
              </p14:cNvPr>
              <p14:cNvContentPartPr/>
              <p14:nvPr/>
            </p14:nvContentPartPr>
            <p14:xfrm>
              <a:off x="6737400" y="5245200"/>
              <a:ext cx="4851720" cy="209880"/>
            </p14:xfrm>
          </p:contentPart>
        </mc:Choice>
        <mc:Fallback xmlns="">
          <p:pic>
            <p:nvPicPr>
              <p:cNvPr id="13" name="Ink 12">
                <a:extLst>
                  <a:ext uri="{FF2B5EF4-FFF2-40B4-BE49-F238E27FC236}">
                    <a16:creationId xmlns:a16="http://schemas.microsoft.com/office/drawing/2014/main" id="{FF4E1D1A-C6EF-072F-6B84-F02B10A76108}"/>
                  </a:ext>
                </a:extLst>
              </p:cNvPr>
              <p:cNvPicPr/>
              <p:nvPr/>
            </p:nvPicPr>
            <p:blipFill>
              <a:blip r:embed="rId21"/>
              <a:stretch>
                <a:fillRect/>
              </a:stretch>
            </p:blipFill>
            <p:spPr>
              <a:xfrm>
                <a:off x="6721560" y="5181840"/>
                <a:ext cx="488304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BC19BDE9-71CE-DFBE-C34B-FD0AC6B07F9E}"/>
                  </a:ext>
                </a:extLst>
              </p14:cNvPr>
              <p14:cNvContentPartPr/>
              <p14:nvPr/>
            </p14:nvContentPartPr>
            <p14:xfrm>
              <a:off x="1778040" y="4851360"/>
              <a:ext cx="9664920" cy="292680"/>
            </p14:xfrm>
          </p:contentPart>
        </mc:Choice>
        <mc:Fallback xmlns="">
          <p:pic>
            <p:nvPicPr>
              <p:cNvPr id="14" name="Ink 13">
                <a:extLst>
                  <a:ext uri="{FF2B5EF4-FFF2-40B4-BE49-F238E27FC236}">
                    <a16:creationId xmlns:a16="http://schemas.microsoft.com/office/drawing/2014/main" id="{BC19BDE9-71CE-DFBE-C34B-FD0AC6B07F9E}"/>
                  </a:ext>
                </a:extLst>
              </p:cNvPr>
              <p:cNvPicPr/>
              <p:nvPr/>
            </p:nvPicPr>
            <p:blipFill>
              <a:blip r:embed="rId23"/>
              <a:stretch>
                <a:fillRect/>
              </a:stretch>
            </p:blipFill>
            <p:spPr>
              <a:xfrm>
                <a:off x="1762200" y="4788000"/>
                <a:ext cx="969624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5686192F-E537-9BF7-66FB-865953C15B8F}"/>
                  </a:ext>
                </a:extLst>
              </p14:cNvPr>
              <p14:cNvContentPartPr/>
              <p14:nvPr/>
            </p14:nvContentPartPr>
            <p14:xfrm>
              <a:off x="3848040" y="5295960"/>
              <a:ext cx="95760" cy="19440"/>
            </p14:xfrm>
          </p:contentPart>
        </mc:Choice>
        <mc:Fallback xmlns="">
          <p:pic>
            <p:nvPicPr>
              <p:cNvPr id="15" name="Ink 14">
                <a:extLst>
                  <a:ext uri="{FF2B5EF4-FFF2-40B4-BE49-F238E27FC236}">
                    <a16:creationId xmlns:a16="http://schemas.microsoft.com/office/drawing/2014/main" id="{5686192F-E537-9BF7-66FB-865953C15B8F}"/>
                  </a:ext>
                </a:extLst>
              </p:cNvPr>
              <p:cNvPicPr/>
              <p:nvPr/>
            </p:nvPicPr>
            <p:blipFill>
              <a:blip r:embed="rId25"/>
              <a:stretch>
                <a:fillRect/>
              </a:stretch>
            </p:blipFill>
            <p:spPr>
              <a:xfrm>
                <a:off x="3832200" y="5232600"/>
                <a:ext cx="1270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4D368528-CB53-5CEF-73EF-2D3E7C91EEDF}"/>
                  </a:ext>
                </a:extLst>
              </p14:cNvPr>
              <p14:cNvContentPartPr/>
              <p14:nvPr/>
            </p14:nvContentPartPr>
            <p14:xfrm>
              <a:off x="3117960" y="5130720"/>
              <a:ext cx="267120" cy="13320"/>
            </p14:xfrm>
          </p:contentPart>
        </mc:Choice>
        <mc:Fallback xmlns="">
          <p:pic>
            <p:nvPicPr>
              <p:cNvPr id="16" name="Ink 15">
                <a:extLst>
                  <a:ext uri="{FF2B5EF4-FFF2-40B4-BE49-F238E27FC236}">
                    <a16:creationId xmlns:a16="http://schemas.microsoft.com/office/drawing/2014/main" id="{4D368528-CB53-5CEF-73EF-2D3E7C91EEDF}"/>
                  </a:ext>
                </a:extLst>
              </p:cNvPr>
              <p:cNvPicPr/>
              <p:nvPr/>
            </p:nvPicPr>
            <p:blipFill>
              <a:blip r:embed="rId27"/>
              <a:stretch>
                <a:fillRect/>
              </a:stretch>
            </p:blipFill>
            <p:spPr>
              <a:xfrm>
                <a:off x="3102120" y="5067360"/>
                <a:ext cx="2984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BA167D16-B2CA-40FF-DC65-179486ED4985}"/>
                  </a:ext>
                </a:extLst>
              </p14:cNvPr>
              <p14:cNvContentPartPr/>
              <p14:nvPr/>
            </p14:nvContentPartPr>
            <p14:xfrm>
              <a:off x="2838600" y="5168880"/>
              <a:ext cx="222480" cy="12960"/>
            </p14:xfrm>
          </p:contentPart>
        </mc:Choice>
        <mc:Fallback xmlns="">
          <p:pic>
            <p:nvPicPr>
              <p:cNvPr id="17" name="Ink 16">
                <a:extLst>
                  <a:ext uri="{FF2B5EF4-FFF2-40B4-BE49-F238E27FC236}">
                    <a16:creationId xmlns:a16="http://schemas.microsoft.com/office/drawing/2014/main" id="{BA167D16-B2CA-40FF-DC65-179486ED4985}"/>
                  </a:ext>
                </a:extLst>
              </p:cNvPr>
              <p:cNvPicPr/>
              <p:nvPr/>
            </p:nvPicPr>
            <p:blipFill>
              <a:blip r:embed="rId29"/>
              <a:stretch>
                <a:fillRect/>
              </a:stretch>
            </p:blipFill>
            <p:spPr>
              <a:xfrm>
                <a:off x="2822760" y="5105520"/>
                <a:ext cx="2538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2069F4B1-C368-153C-51A5-C68B204AA331}"/>
                  </a:ext>
                </a:extLst>
              </p14:cNvPr>
              <p14:cNvContentPartPr/>
              <p14:nvPr/>
            </p14:nvContentPartPr>
            <p14:xfrm>
              <a:off x="10604520" y="5130720"/>
              <a:ext cx="756000" cy="83160"/>
            </p14:xfrm>
          </p:contentPart>
        </mc:Choice>
        <mc:Fallback xmlns="">
          <p:pic>
            <p:nvPicPr>
              <p:cNvPr id="18" name="Ink 17">
                <a:extLst>
                  <a:ext uri="{FF2B5EF4-FFF2-40B4-BE49-F238E27FC236}">
                    <a16:creationId xmlns:a16="http://schemas.microsoft.com/office/drawing/2014/main" id="{2069F4B1-C368-153C-51A5-C68B204AA331}"/>
                  </a:ext>
                </a:extLst>
              </p:cNvPr>
              <p:cNvPicPr/>
              <p:nvPr/>
            </p:nvPicPr>
            <p:blipFill>
              <a:blip r:embed="rId31"/>
              <a:stretch>
                <a:fillRect/>
              </a:stretch>
            </p:blipFill>
            <p:spPr>
              <a:xfrm>
                <a:off x="10588680" y="5067360"/>
                <a:ext cx="7873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604F06AB-3FA4-7624-76FE-12B5A5855CE6}"/>
                  </a:ext>
                </a:extLst>
              </p14:cNvPr>
              <p14:cNvContentPartPr/>
              <p14:nvPr/>
            </p14:nvContentPartPr>
            <p14:xfrm>
              <a:off x="2241720" y="5162400"/>
              <a:ext cx="8375760" cy="153000"/>
            </p14:xfrm>
          </p:contentPart>
        </mc:Choice>
        <mc:Fallback xmlns="">
          <p:pic>
            <p:nvPicPr>
              <p:cNvPr id="19" name="Ink 18">
                <a:extLst>
                  <a:ext uri="{FF2B5EF4-FFF2-40B4-BE49-F238E27FC236}">
                    <a16:creationId xmlns:a16="http://schemas.microsoft.com/office/drawing/2014/main" id="{604F06AB-3FA4-7624-76FE-12B5A5855CE6}"/>
                  </a:ext>
                </a:extLst>
              </p:cNvPr>
              <p:cNvPicPr/>
              <p:nvPr/>
            </p:nvPicPr>
            <p:blipFill>
              <a:blip r:embed="rId33"/>
              <a:stretch>
                <a:fillRect/>
              </a:stretch>
            </p:blipFill>
            <p:spPr>
              <a:xfrm>
                <a:off x="2225880" y="5099040"/>
                <a:ext cx="840708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33FB9A64-C666-9649-BF70-C1BD17A3A6B7}"/>
                  </a:ext>
                </a:extLst>
              </p14:cNvPr>
              <p14:cNvContentPartPr/>
              <p14:nvPr/>
            </p14:nvContentPartPr>
            <p14:xfrm>
              <a:off x="1822320" y="5016600"/>
              <a:ext cx="279720" cy="6480"/>
            </p14:xfrm>
          </p:contentPart>
        </mc:Choice>
        <mc:Fallback xmlns="">
          <p:pic>
            <p:nvPicPr>
              <p:cNvPr id="20" name="Ink 19">
                <a:extLst>
                  <a:ext uri="{FF2B5EF4-FFF2-40B4-BE49-F238E27FC236}">
                    <a16:creationId xmlns:a16="http://schemas.microsoft.com/office/drawing/2014/main" id="{33FB9A64-C666-9649-BF70-C1BD17A3A6B7}"/>
                  </a:ext>
                </a:extLst>
              </p:cNvPr>
              <p:cNvPicPr/>
              <p:nvPr/>
            </p:nvPicPr>
            <p:blipFill>
              <a:blip r:embed="rId35"/>
              <a:stretch>
                <a:fillRect/>
              </a:stretch>
            </p:blipFill>
            <p:spPr>
              <a:xfrm>
                <a:off x="1806480" y="4953240"/>
                <a:ext cx="3110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0587AE3F-0C7A-98F6-293D-0E67F8978476}"/>
                  </a:ext>
                </a:extLst>
              </p14:cNvPr>
              <p14:cNvContentPartPr/>
              <p14:nvPr/>
            </p14:nvContentPartPr>
            <p14:xfrm>
              <a:off x="5708520" y="4933800"/>
              <a:ext cx="438480" cy="13320"/>
            </p14:xfrm>
          </p:contentPart>
        </mc:Choice>
        <mc:Fallback xmlns="">
          <p:pic>
            <p:nvPicPr>
              <p:cNvPr id="21" name="Ink 20">
                <a:extLst>
                  <a:ext uri="{FF2B5EF4-FFF2-40B4-BE49-F238E27FC236}">
                    <a16:creationId xmlns:a16="http://schemas.microsoft.com/office/drawing/2014/main" id="{0587AE3F-0C7A-98F6-293D-0E67F8978476}"/>
                  </a:ext>
                </a:extLst>
              </p:cNvPr>
              <p:cNvPicPr/>
              <p:nvPr/>
            </p:nvPicPr>
            <p:blipFill>
              <a:blip r:embed="rId37"/>
              <a:stretch>
                <a:fillRect/>
              </a:stretch>
            </p:blipFill>
            <p:spPr>
              <a:xfrm>
                <a:off x="5692680" y="4870440"/>
                <a:ext cx="4698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A4F773D4-2454-B1B9-6D65-CC78FC1F39FB}"/>
                  </a:ext>
                </a:extLst>
              </p14:cNvPr>
              <p14:cNvContentPartPr/>
              <p14:nvPr/>
            </p14:nvContentPartPr>
            <p14:xfrm>
              <a:off x="5232240" y="5073480"/>
              <a:ext cx="502200" cy="6840"/>
            </p14:xfrm>
          </p:contentPart>
        </mc:Choice>
        <mc:Fallback xmlns="">
          <p:pic>
            <p:nvPicPr>
              <p:cNvPr id="22" name="Ink 21">
                <a:extLst>
                  <a:ext uri="{FF2B5EF4-FFF2-40B4-BE49-F238E27FC236}">
                    <a16:creationId xmlns:a16="http://schemas.microsoft.com/office/drawing/2014/main" id="{A4F773D4-2454-B1B9-6D65-CC78FC1F39FB}"/>
                  </a:ext>
                </a:extLst>
              </p:cNvPr>
              <p:cNvPicPr/>
              <p:nvPr/>
            </p:nvPicPr>
            <p:blipFill>
              <a:blip r:embed="rId39"/>
              <a:stretch>
                <a:fillRect/>
              </a:stretch>
            </p:blipFill>
            <p:spPr>
              <a:xfrm>
                <a:off x="5216400" y="5010120"/>
                <a:ext cx="53352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587950D7-9B9C-4FEE-705E-58BDED386897}"/>
                  </a:ext>
                </a:extLst>
              </p14:cNvPr>
              <p14:cNvContentPartPr/>
              <p14:nvPr/>
            </p14:nvContentPartPr>
            <p14:xfrm>
              <a:off x="4788000" y="5092560"/>
              <a:ext cx="501840" cy="51480"/>
            </p14:xfrm>
          </p:contentPart>
        </mc:Choice>
        <mc:Fallback xmlns="">
          <p:pic>
            <p:nvPicPr>
              <p:cNvPr id="23" name="Ink 22">
                <a:extLst>
                  <a:ext uri="{FF2B5EF4-FFF2-40B4-BE49-F238E27FC236}">
                    <a16:creationId xmlns:a16="http://schemas.microsoft.com/office/drawing/2014/main" id="{587950D7-9B9C-4FEE-705E-58BDED386897}"/>
                  </a:ext>
                </a:extLst>
              </p:cNvPr>
              <p:cNvPicPr/>
              <p:nvPr/>
            </p:nvPicPr>
            <p:blipFill>
              <a:blip r:embed="rId41"/>
              <a:stretch>
                <a:fillRect/>
              </a:stretch>
            </p:blipFill>
            <p:spPr>
              <a:xfrm>
                <a:off x="4772160" y="5029200"/>
                <a:ext cx="5331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A983F2F5-F390-B73F-018F-54B5EB9BFB3A}"/>
                  </a:ext>
                </a:extLst>
              </p14:cNvPr>
              <p14:cNvContentPartPr/>
              <p14:nvPr/>
            </p14:nvContentPartPr>
            <p14:xfrm>
              <a:off x="4260960" y="4971960"/>
              <a:ext cx="120960" cy="6840"/>
            </p14:xfrm>
          </p:contentPart>
        </mc:Choice>
        <mc:Fallback xmlns="">
          <p:pic>
            <p:nvPicPr>
              <p:cNvPr id="24" name="Ink 23">
                <a:extLst>
                  <a:ext uri="{FF2B5EF4-FFF2-40B4-BE49-F238E27FC236}">
                    <a16:creationId xmlns:a16="http://schemas.microsoft.com/office/drawing/2014/main" id="{A983F2F5-F390-B73F-018F-54B5EB9BFB3A}"/>
                  </a:ext>
                </a:extLst>
              </p:cNvPr>
              <p:cNvPicPr/>
              <p:nvPr/>
            </p:nvPicPr>
            <p:blipFill>
              <a:blip r:embed="rId43"/>
              <a:stretch>
                <a:fillRect/>
              </a:stretch>
            </p:blipFill>
            <p:spPr>
              <a:xfrm>
                <a:off x="4245120" y="4908600"/>
                <a:ext cx="1522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6AAC81B1-0B6D-794C-9058-806B11121EFE}"/>
                  </a:ext>
                </a:extLst>
              </p14:cNvPr>
              <p14:cNvContentPartPr/>
              <p14:nvPr/>
            </p14:nvContentPartPr>
            <p14:xfrm>
              <a:off x="1981080" y="5537160"/>
              <a:ext cx="133920" cy="25920"/>
            </p14:xfrm>
          </p:contentPart>
        </mc:Choice>
        <mc:Fallback xmlns="">
          <p:pic>
            <p:nvPicPr>
              <p:cNvPr id="25" name="Ink 24">
                <a:extLst>
                  <a:ext uri="{FF2B5EF4-FFF2-40B4-BE49-F238E27FC236}">
                    <a16:creationId xmlns:a16="http://schemas.microsoft.com/office/drawing/2014/main" id="{6AAC81B1-0B6D-794C-9058-806B11121EFE}"/>
                  </a:ext>
                </a:extLst>
              </p:cNvPr>
              <p:cNvPicPr/>
              <p:nvPr/>
            </p:nvPicPr>
            <p:blipFill>
              <a:blip r:embed="rId45"/>
              <a:stretch>
                <a:fillRect/>
              </a:stretch>
            </p:blipFill>
            <p:spPr>
              <a:xfrm>
                <a:off x="1965240" y="5473800"/>
                <a:ext cx="165240" cy="152640"/>
              </a:xfrm>
              <a:prstGeom prst="rect">
                <a:avLst/>
              </a:prstGeom>
            </p:spPr>
          </p:pic>
        </mc:Fallback>
      </mc:AlternateContent>
    </p:spTree>
    <p:extLst>
      <p:ext uri="{BB962C8B-B14F-4D97-AF65-F5344CB8AC3E}">
        <p14:creationId xmlns:p14="http://schemas.microsoft.com/office/powerpoint/2010/main" val="1707065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C60D1-80AA-4D0C-8DCD-5385D1F60E8E}"/>
              </a:ext>
            </a:extLst>
          </p:cNvPr>
          <p:cNvSpPr>
            <a:spLocks noGrp="1"/>
          </p:cNvSpPr>
          <p:nvPr>
            <p:ph type="title"/>
          </p:nvPr>
        </p:nvSpPr>
        <p:spPr/>
        <p:txBody>
          <a:bodyPr/>
          <a:lstStyle/>
          <a:p>
            <a:endParaRPr lang="en-GB"/>
          </a:p>
        </p:txBody>
      </p:sp>
      <p:pic>
        <p:nvPicPr>
          <p:cNvPr id="4" name="Content Placeholder 3">
            <a:extLst>
              <a:ext uri="{FF2B5EF4-FFF2-40B4-BE49-F238E27FC236}">
                <a16:creationId xmlns:a16="http://schemas.microsoft.com/office/drawing/2014/main" id="{BC635D81-0CB2-42BC-A906-FD2B7FB89706}"/>
              </a:ext>
            </a:extLst>
          </p:cNvPr>
          <p:cNvPicPr>
            <a:picLocks noGrp="1" noChangeAspect="1"/>
          </p:cNvPicPr>
          <p:nvPr>
            <p:ph idx="1"/>
          </p:nvPr>
        </p:nvPicPr>
        <p:blipFill>
          <a:blip r:embed="rId2"/>
          <a:stretch>
            <a:fillRect/>
          </a:stretch>
        </p:blipFill>
        <p:spPr>
          <a:xfrm>
            <a:off x="7379578" y="159799"/>
            <a:ext cx="4777743" cy="2672646"/>
          </a:xfrm>
          <a:prstGeom prst="rect">
            <a:avLst/>
          </a:prstGeom>
        </p:spPr>
      </p:pic>
      <p:graphicFrame>
        <p:nvGraphicFramePr>
          <p:cNvPr id="5" name="Table 4">
            <a:extLst>
              <a:ext uri="{FF2B5EF4-FFF2-40B4-BE49-F238E27FC236}">
                <a16:creationId xmlns:a16="http://schemas.microsoft.com/office/drawing/2014/main" id="{B27BB468-F7EC-4625-AC32-BA389A2AC002}"/>
              </a:ext>
            </a:extLst>
          </p:cNvPr>
          <p:cNvGraphicFramePr>
            <a:graphicFrameLocks noGrp="1"/>
          </p:cNvGraphicFramePr>
          <p:nvPr>
            <p:extLst>
              <p:ext uri="{D42A27DB-BD31-4B8C-83A1-F6EECF244321}">
                <p14:modId xmlns:p14="http://schemas.microsoft.com/office/powerpoint/2010/main" val="2066168894"/>
              </p:ext>
            </p:extLst>
          </p:nvPr>
        </p:nvGraphicFramePr>
        <p:xfrm>
          <a:off x="443800" y="3037771"/>
          <a:ext cx="11304400" cy="3616233"/>
        </p:xfrm>
        <a:graphic>
          <a:graphicData uri="http://schemas.openxmlformats.org/drawingml/2006/table">
            <a:tbl>
              <a:tblPr firstRow="1" firstCol="1" bandRow="1">
                <a:tableStyleId>{5C22544A-7EE6-4342-B048-85BDC9FD1C3A}</a:tableStyleId>
              </a:tblPr>
              <a:tblGrid>
                <a:gridCol w="3253593">
                  <a:extLst>
                    <a:ext uri="{9D8B030D-6E8A-4147-A177-3AD203B41FA5}">
                      <a16:colId xmlns:a16="http://schemas.microsoft.com/office/drawing/2014/main" val="2430463704"/>
                    </a:ext>
                  </a:extLst>
                </a:gridCol>
                <a:gridCol w="8050807">
                  <a:extLst>
                    <a:ext uri="{9D8B030D-6E8A-4147-A177-3AD203B41FA5}">
                      <a16:colId xmlns:a16="http://schemas.microsoft.com/office/drawing/2014/main" val="3798825232"/>
                    </a:ext>
                  </a:extLst>
                </a:gridCol>
              </a:tblGrid>
              <a:tr h="247311">
                <a:tc>
                  <a:txBody>
                    <a:bodyPr/>
                    <a:lstStyle/>
                    <a:p>
                      <a:pPr algn="l">
                        <a:lnSpc>
                          <a:spcPct val="115000"/>
                        </a:lnSpc>
                        <a:spcAft>
                          <a:spcPts val="0"/>
                        </a:spcAft>
                      </a:pPr>
                      <a:r>
                        <a:rPr lang="en-GB" sz="1200">
                          <a:effectLst/>
                        </a:rPr>
                        <a:t>Bus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0"/>
                        </a:spcAft>
                      </a:pPr>
                      <a:r>
                        <a:rPr lang="en-GB" sz="1200">
                          <a:effectLst/>
                        </a:rPr>
                        <a:t>Function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086289"/>
                  </a:ext>
                </a:extLst>
              </a:tr>
              <a:tr h="1298106">
                <a:tc>
                  <a:txBody>
                    <a:bodyPr/>
                    <a:lstStyle/>
                    <a:p>
                      <a:pPr algn="l">
                        <a:lnSpc>
                          <a:spcPct val="115000"/>
                        </a:lnSpc>
                        <a:spcAft>
                          <a:spcPts val="0"/>
                        </a:spcAft>
                      </a:pPr>
                      <a:r>
                        <a:rPr lang="en-GB" sz="1800">
                          <a:effectLst/>
                        </a:rPr>
                        <a:t>Address Bus</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0"/>
                        </a:spcAft>
                      </a:pPr>
                      <a:r>
                        <a:rPr lang="en-GB" sz="1800">
                          <a:effectLst/>
                        </a:rPr>
                        <a:t>Will be used to identify a physical location in memory to be accessed.  The location may be accessed to read data from or write data to memory.  If an item of data is to be stored in memory, the location to be used as a repository for the data item will be identified using the address bus.</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6415599"/>
                  </a:ext>
                </a:extLst>
              </a:tr>
              <a:tr h="1035408">
                <a:tc>
                  <a:txBody>
                    <a:bodyPr/>
                    <a:lstStyle/>
                    <a:p>
                      <a:pPr algn="l">
                        <a:lnSpc>
                          <a:spcPct val="115000"/>
                        </a:lnSpc>
                        <a:spcAft>
                          <a:spcPts val="0"/>
                        </a:spcAft>
                      </a:pPr>
                      <a:r>
                        <a:rPr lang="en-GB" sz="1800">
                          <a:effectLst/>
                        </a:rPr>
                        <a:t>Data Bus</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0"/>
                        </a:spcAft>
                      </a:pPr>
                      <a:r>
                        <a:rPr lang="en-GB" sz="1800" dirty="0">
                          <a:effectLst/>
                        </a:rPr>
                        <a:t>Allows for the transfer of data between one component of a processor or computer system and another.  If an item of data is to be stored in memory, the data item will travel to the memory location via the data bus.</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2114827"/>
                  </a:ext>
                </a:extLst>
              </a:tr>
              <a:tr h="1035408">
                <a:tc>
                  <a:txBody>
                    <a:bodyPr/>
                    <a:lstStyle/>
                    <a:p>
                      <a:pPr algn="l">
                        <a:lnSpc>
                          <a:spcPct val="115000"/>
                        </a:lnSpc>
                        <a:spcAft>
                          <a:spcPts val="0"/>
                        </a:spcAft>
                      </a:pPr>
                      <a:r>
                        <a:rPr lang="en-GB" sz="1800">
                          <a:effectLst/>
                        </a:rPr>
                        <a:t>Control Bus</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15000"/>
                        </a:lnSpc>
                        <a:spcAft>
                          <a:spcPts val="0"/>
                        </a:spcAft>
                      </a:pPr>
                      <a:r>
                        <a:rPr lang="en-GB" sz="1800" dirty="0">
                          <a:effectLst/>
                        </a:rPr>
                        <a:t>Carries commands from the CPU to other devices in relation to the instructions being executed at a particular time. E.g. if an item of data is to be stored in memory the control bus will carry the write command to the memory location.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1030975"/>
                  </a:ext>
                </a:extLst>
              </a:tr>
            </a:tbl>
          </a:graphicData>
        </a:graphic>
      </p:graphicFrame>
    </p:spTree>
    <p:extLst>
      <p:ext uri="{BB962C8B-B14F-4D97-AF65-F5344CB8AC3E}">
        <p14:creationId xmlns:p14="http://schemas.microsoft.com/office/powerpoint/2010/main" val="112705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3A721-00F8-4E1A-A7F1-D8C2D1F0C906}"/>
              </a:ext>
            </a:extLst>
          </p:cNvPr>
          <p:cNvSpPr>
            <a:spLocks noGrp="1"/>
          </p:cNvSpPr>
          <p:nvPr>
            <p:ph type="title"/>
          </p:nvPr>
        </p:nvSpPr>
        <p:spPr/>
        <p:txBody>
          <a:bodyPr/>
          <a:lstStyle/>
          <a:p>
            <a:r>
              <a:rPr lang="en-GB" dirty="0"/>
              <a:t>Ports</a:t>
            </a:r>
          </a:p>
        </p:txBody>
      </p:sp>
      <p:sp>
        <p:nvSpPr>
          <p:cNvPr id="3" name="Content Placeholder 2">
            <a:extLst>
              <a:ext uri="{FF2B5EF4-FFF2-40B4-BE49-F238E27FC236}">
                <a16:creationId xmlns:a16="http://schemas.microsoft.com/office/drawing/2014/main" id="{F251AE5D-D212-4F2F-8308-09C715CC0326}"/>
              </a:ext>
            </a:extLst>
          </p:cNvPr>
          <p:cNvSpPr>
            <a:spLocks noGrp="1"/>
          </p:cNvSpPr>
          <p:nvPr>
            <p:ph idx="1"/>
          </p:nvPr>
        </p:nvSpPr>
        <p:spPr/>
        <p:txBody>
          <a:bodyPr>
            <a:normAutofit fontScale="92500" lnSpcReduction="20000"/>
          </a:bodyPr>
          <a:lstStyle/>
          <a:p>
            <a:r>
              <a:rPr lang="en-GB" dirty="0"/>
              <a:t>While buses allow for the transfer of data between various components in a computer system it is important to also consider how the data can be transferred from the input/output devices to the internal components of the computer.  To allow data to be transferred from peripheral devices they must be connected to the computer via an </a:t>
            </a:r>
            <a:r>
              <a:rPr lang="en-GB" dirty="0" err="1"/>
              <a:t>Input/Output</a:t>
            </a:r>
            <a:r>
              <a:rPr lang="en-GB" dirty="0"/>
              <a:t> (I/O) port.  </a:t>
            </a:r>
          </a:p>
          <a:p>
            <a:pPr marL="0" indent="0">
              <a:buNone/>
            </a:pPr>
            <a:endParaRPr lang="en-GB" dirty="0"/>
          </a:p>
          <a:p>
            <a:r>
              <a:rPr lang="en-GB" dirty="0"/>
              <a:t>Types of computer ports include:</a:t>
            </a:r>
          </a:p>
          <a:p>
            <a:pPr lvl="1"/>
            <a:r>
              <a:rPr lang="en-GB" b="1" dirty="0"/>
              <a:t>Serial port</a:t>
            </a:r>
            <a:r>
              <a:rPr lang="en-GB" dirty="0"/>
              <a:t> which transmits one data bit at a time across a single wire, used mainly for connections to mice and modems.</a:t>
            </a:r>
          </a:p>
          <a:p>
            <a:pPr lvl="1"/>
            <a:r>
              <a:rPr lang="en-GB" b="1" dirty="0"/>
              <a:t>Parallel port</a:t>
            </a:r>
            <a:r>
              <a:rPr lang="en-GB" dirty="0"/>
              <a:t> which transmits multiple bits of data over multiple wires at one time and can be used to connect some printers to the processor/computer.</a:t>
            </a:r>
          </a:p>
          <a:p>
            <a:pPr lvl="1"/>
            <a:r>
              <a:rPr lang="en-GB" b="1" dirty="0"/>
              <a:t>USB (Universal Serial Bus)</a:t>
            </a:r>
            <a:r>
              <a:rPr lang="en-GB" dirty="0"/>
              <a:t> ports now provide a high speed serial connection to most types of peripheral devices.</a:t>
            </a:r>
          </a:p>
          <a:p>
            <a:endParaRPr lang="en-GB" dirty="0"/>
          </a:p>
        </p:txBody>
      </p:sp>
    </p:spTree>
    <p:extLst>
      <p:ext uri="{BB962C8B-B14F-4D97-AF65-F5344CB8AC3E}">
        <p14:creationId xmlns:p14="http://schemas.microsoft.com/office/powerpoint/2010/main" val="3458296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58274-3D25-4BD8-A6A4-F795841F0314}"/>
              </a:ext>
            </a:extLst>
          </p:cNvPr>
          <p:cNvSpPr>
            <a:spLocks noGrp="1"/>
          </p:cNvSpPr>
          <p:nvPr>
            <p:ph type="title"/>
          </p:nvPr>
        </p:nvSpPr>
        <p:spPr/>
        <p:txBody>
          <a:bodyPr/>
          <a:lstStyle/>
          <a:p>
            <a:endParaRPr lang="en-GB"/>
          </a:p>
        </p:txBody>
      </p:sp>
      <p:pic>
        <p:nvPicPr>
          <p:cNvPr id="4098" name="Picture 2" descr="See the source image">
            <a:extLst>
              <a:ext uri="{FF2B5EF4-FFF2-40B4-BE49-F238E27FC236}">
                <a16:creationId xmlns:a16="http://schemas.microsoft.com/office/drawing/2014/main" id="{B89EA6A2-8177-4757-A8B8-4CBDA8990D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49053" y="2040513"/>
            <a:ext cx="3796612" cy="37966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tse1.mm.bing.net/th?&amp;id=OIP.M9e8c35fe7d2f785aeaec49acc03f97b6H0&amp;w=270&amp;h=201&amp;c=0&amp;pid=1.9&amp;rs=0&amp;p=0">
            <a:extLst>
              <a:ext uri="{FF2B5EF4-FFF2-40B4-BE49-F238E27FC236}">
                <a16:creationId xmlns:a16="http://schemas.microsoft.com/office/drawing/2014/main" id="{84625C43-EBD6-4963-A5EA-7ED29A625E8A}"/>
              </a:ext>
            </a:extLst>
          </p:cNvPr>
          <p:cNvPicPr/>
          <p:nvPr/>
        </p:nvPicPr>
        <p:blipFill rotWithShape="1">
          <a:blip r:embed="rId3">
            <a:extLst>
              <a:ext uri="{28A0092B-C50C-407E-A947-70E740481C1C}">
                <a14:useLocalDpi xmlns:a14="http://schemas.microsoft.com/office/drawing/2010/main" val="0"/>
              </a:ext>
            </a:extLst>
          </a:blip>
          <a:srcRect t="48276"/>
          <a:stretch/>
        </p:blipFill>
        <p:spPr bwMode="auto">
          <a:xfrm>
            <a:off x="7507252" y="2476500"/>
            <a:ext cx="3796613" cy="1462319"/>
          </a:xfrm>
          <a:prstGeom prst="rect">
            <a:avLst/>
          </a:prstGeom>
          <a:noFill/>
          <a:ln>
            <a:noFill/>
          </a:ln>
          <a:extLst>
            <a:ext uri="{53640926-AAD7-44D8-BBD7-CCE9431645EC}">
              <a14:shadowObscured xmlns:a14="http://schemas.microsoft.com/office/drawing/2010/main"/>
            </a:ext>
          </a:extLst>
        </p:spPr>
      </p:pic>
      <p:sp>
        <p:nvSpPr>
          <p:cNvPr id="4" name="Speech Bubble: Rectangle 3">
            <a:extLst>
              <a:ext uri="{FF2B5EF4-FFF2-40B4-BE49-F238E27FC236}">
                <a16:creationId xmlns:a16="http://schemas.microsoft.com/office/drawing/2014/main" id="{02697044-BD14-4761-8FA0-8C8233BFF1D6}"/>
              </a:ext>
            </a:extLst>
          </p:cNvPr>
          <p:cNvSpPr/>
          <p:nvPr/>
        </p:nvSpPr>
        <p:spPr>
          <a:xfrm>
            <a:off x="4474346" y="2629500"/>
            <a:ext cx="2494625" cy="1156317"/>
          </a:xfrm>
          <a:prstGeom prst="wedgeRectCallout">
            <a:avLst>
              <a:gd name="adj1" fmla="val -57844"/>
              <a:gd name="adj2" fmla="val 195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Serial Port</a:t>
            </a:r>
          </a:p>
        </p:txBody>
      </p:sp>
      <p:sp>
        <p:nvSpPr>
          <p:cNvPr id="7" name="Speech Bubble: Rectangle 6">
            <a:extLst>
              <a:ext uri="{FF2B5EF4-FFF2-40B4-BE49-F238E27FC236}">
                <a16:creationId xmlns:a16="http://schemas.microsoft.com/office/drawing/2014/main" id="{C52821D7-A3CA-421B-AE8E-F4F93D9ECC5F}"/>
              </a:ext>
            </a:extLst>
          </p:cNvPr>
          <p:cNvSpPr/>
          <p:nvPr/>
        </p:nvSpPr>
        <p:spPr>
          <a:xfrm>
            <a:off x="4474346" y="4146470"/>
            <a:ext cx="2494625" cy="1156317"/>
          </a:xfrm>
          <a:prstGeom prst="wedgeRectCallout">
            <a:avLst>
              <a:gd name="adj1" fmla="val -57844"/>
              <a:gd name="adj2" fmla="val 1950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Parallel Port</a:t>
            </a:r>
          </a:p>
        </p:txBody>
      </p:sp>
      <p:sp>
        <p:nvSpPr>
          <p:cNvPr id="8" name="Speech Bubble: Rectangle 7">
            <a:extLst>
              <a:ext uri="{FF2B5EF4-FFF2-40B4-BE49-F238E27FC236}">
                <a16:creationId xmlns:a16="http://schemas.microsoft.com/office/drawing/2014/main" id="{0E00CBF3-D3C1-4559-BD96-67FEC25E169D}"/>
              </a:ext>
            </a:extLst>
          </p:cNvPr>
          <p:cNvSpPr/>
          <p:nvPr/>
        </p:nvSpPr>
        <p:spPr>
          <a:xfrm>
            <a:off x="8199639" y="4146469"/>
            <a:ext cx="2494625" cy="1156317"/>
          </a:xfrm>
          <a:prstGeom prst="wedgeRectCallout">
            <a:avLst>
              <a:gd name="adj1" fmla="val -21189"/>
              <a:gd name="adj2" fmla="val -756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USB Port</a:t>
            </a:r>
          </a:p>
        </p:txBody>
      </p:sp>
      <p:sp>
        <p:nvSpPr>
          <p:cNvPr id="9" name="Speech Bubble: Rectangle 8">
            <a:extLst>
              <a:ext uri="{FF2B5EF4-FFF2-40B4-BE49-F238E27FC236}">
                <a16:creationId xmlns:a16="http://schemas.microsoft.com/office/drawing/2014/main" id="{CB9B0D87-BBC7-4514-B2AA-58BD96B97CFB}"/>
              </a:ext>
            </a:extLst>
          </p:cNvPr>
          <p:cNvSpPr/>
          <p:nvPr/>
        </p:nvSpPr>
        <p:spPr>
          <a:xfrm>
            <a:off x="838201" y="5867417"/>
            <a:ext cx="10465664" cy="731162"/>
          </a:xfrm>
          <a:prstGeom prst="wedgeRectCallout">
            <a:avLst>
              <a:gd name="adj1" fmla="val -36848"/>
              <a:gd name="adj2" fmla="val 225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There are many other ports – including display port and USB type C ports. However the above are the ports you need to be aware of.</a:t>
            </a:r>
          </a:p>
        </p:txBody>
      </p:sp>
    </p:spTree>
    <p:extLst>
      <p:ext uri="{BB962C8B-B14F-4D97-AF65-F5344CB8AC3E}">
        <p14:creationId xmlns:p14="http://schemas.microsoft.com/office/powerpoint/2010/main" val="3644357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F198A-FFF8-46D9-8836-882FADC9FFD3}"/>
              </a:ext>
            </a:extLst>
          </p:cNvPr>
          <p:cNvSpPr>
            <a:spLocks noGrp="1"/>
          </p:cNvSpPr>
          <p:nvPr>
            <p:ph type="title"/>
          </p:nvPr>
        </p:nvSpPr>
        <p:spPr/>
        <p:txBody>
          <a:bodyPr/>
          <a:lstStyle/>
          <a:p>
            <a:r>
              <a:rPr lang="en-GB" dirty="0"/>
              <a:t>Registers</a:t>
            </a:r>
          </a:p>
        </p:txBody>
      </p:sp>
      <p:sp>
        <p:nvSpPr>
          <p:cNvPr id="3" name="Content Placeholder 2">
            <a:extLst>
              <a:ext uri="{FF2B5EF4-FFF2-40B4-BE49-F238E27FC236}">
                <a16:creationId xmlns:a16="http://schemas.microsoft.com/office/drawing/2014/main" id="{62787779-8EDD-4954-8573-4508797026CB}"/>
              </a:ext>
            </a:extLst>
          </p:cNvPr>
          <p:cNvSpPr>
            <a:spLocks noGrp="1"/>
          </p:cNvSpPr>
          <p:nvPr>
            <p:ph idx="1"/>
          </p:nvPr>
        </p:nvSpPr>
        <p:spPr/>
        <p:txBody>
          <a:bodyPr/>
          <a:lstStyle/>
          <a:p>
            <a:r>
              <a:rPr lang="en-GB" dirty="0"/>
              <a:t>A register is a high speed memory location forming part of the processing unit. They are used for a specific purpose and temporarily store data or control information. Registers are much faster to access than the IAS. </a:t>
            </a:r>
          </a:p>
          <a:p>
            <a:r>
              <a:rPr lang="en-GB" dirty="0"/>
              <a:t>The registers listed overleaf have an important role to play in the processing of instructions by the control unit in what is known as the fetch-execute cycle. </a:t>
            </a:r>
          </a:p>
          <a:p>
            <a:endParaRPr lang="en-GB" dirty="0"/>
          </a:p>
        </p:txBody>
      </p:sp>
    </p:spTree>
    <p:extLst>
      <p:ext uri="{BB962C8B-B14F-4D97-AF65-F5344CB8AC3E}">
        <p14:creationId xmlns:p14="http://schemas.microsoft.com/office/powerpoint/2010/main" val="615912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D6867-95CB-493A-8CD7-4FAB79378A08}"/>
              </a:ext>
            </a:extLst>
          </p:cNvPr>
          <p:cNvSpPr>
            <a:spLocks noGrp="1"/>
          </p:cNvSpPr>
          <p:nvPr>
            <p:ph type="title"/>
          </p:nvPr>
        </p:nvSpPr>
        <p:spPr/>
        <p:txBody>
          <a:bodyPr/>
          <a:lstStyle/>
          <a:p>
            <a:endParaRPr lang="en-GB"/>
          </a:p>
        </p:txBody>
      </p:sp>
      <p:graphicFrame>
        <p:nvGraphicFramePr>
          <p:cNvPr id="4" name="Content Placeholder 3">
            <a:extLst>
              <a:ext uri="{FF2B5EF4-FFF2-40B4-BE49-F238E27FC236}">
                <a16:creationId xmlns:a16="http://schemas.microsoft.com/office/drawing/2014/main" id="{DB4A71D0-1E34-42BD-920F-E1B9E35FB458}"/>
              </a:ext>
            </a:extLst>
          </p:cNvPr>
          <p:cNvGraphicFramePr>
            <a:graphicFrameLocks noGrp="1"/>
          </p:cNvGraphicFramePr>
          <p:nvPr>
            <p:ph idx="1"/>
            <p:extLst>
              <p:ext uri="{D42A27DB-BD31-4B8C-83A1-F6EECF244321}">
                <p14:modId xmlns:p14="http://schemas.microsoft.com/office/powerpoint/2010/main" val="3432688694"/>
              </p:ext>
            </p:extLst>
          </p:nvPr>
        </p:nvGraphicFramePr>
        <p:xfrm>
          <a:off x="1127464" y="365125"/>
          <a:ext cx="10825639" cy="5972860"/>
        </p:xfrm>
        <a:graphic>
          <a:graphicData uri="http://schemas.openxmlformats.org/drawingml/2006/table">
            <a:tbl>
              <a:tblPr firstRow="1" firstCol="1" bandRow="1">
                <a:tableStyleId>{5C22544A-7EE6-4342-B048-85BDC9FD1C3A}</a:tableStyleId>
              </a:tblPr>
              <a:tblGrid>
                <a:gridCol w="3115795">
                  <a:extLst>
                    <a:ext uri="{9D8B030D-6E8A-4147-A177-3AD203B41FA5}">
                      <a16:colId xmlns:a16="http://schemas.microsoft.com/office/drawing/2014/main" val="1981966832"/>
                    </a:ext>
                  </a:extLst>
                </a:gridCol>
                <a:gridCol w="7709844">
                  <a:extLst>
                    <a:ext uri="{9D8B030D-6E8A-4147-A177-3AD203B41FA5}">
                      <a16:colId xmlns:a16="http://schemas.microsoft.com/office/drawing/2014/main" val="2690448109"/>
                    </a:ext>
                  </a:extLst>
                </a:gridCol>
              </a:tblGrid>
              <a:tr h="205471">
                <a:tc>
                  <a:txBody>
                    <a:bodyPr/>
                    <a:lstStyle/>
                    <a:p>
                      <a:pPr>
                        <a:lnSpc>
                          <a:spcPct val="115000"/>
                        </a:lnSpc>
                        <a:spcAft>
                          <a:spcPts val="0"/>
                        </a:spcAft>
                      </a:pPr>
                      <a:r>
                        <a:rPr lang="en-GB" sz="1200">
                          <a:effectLst/>
                        </a:rPr>
                        <a:t>Register Name</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tc>
                  <a:txBody>
                    <a:bodyPr/>
                    <a:lstStyle/>
                    <a:p>
                      <a:pPr>
                        <a:lnSpc>
                          <a:spcPct val="115000"/>
                        </a:lnSpc>
                        <a:spcAft>
                          <a:spcPts val="0"/>
                        </a:spcAft>
                      </a:pPr>
                      <a:r>
                        <a:rPr lang="en-GB" sz="1200">
                          <a:effectLst/>
                        </a:rPr>
                        <a:t>Function</a:t>
                      </a:r>
                      <a:endParaRPr lang="en-GB" sz="120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extLst>
                  <a:ext uri="{0D108BD9-81ED-4DB2-BD59-A6C34878D82A}">
                    <a16:rowId xmlns:a16="http://schemas.microsoft.com/office/drawing/2014/main" val="1893173614"/>
                  </a:ext>
                </a:extLst>
              </a:tr>
              <a:tr h="1296747">
                <a:tc>
                  <a:txBody>
                    <a:bodyPr/>
                    <a:lstStyle/>
                    <a:p>
                      <a:pPr>
                        <a:lnSpc>
                          <a:spcPct val="115000"/>
                        </a:lnSpc>
                        <a:spcAft>
                          <a:spcPts val="0"/>
                        </a:spcAft>
                      </a:pPr>
                      <a:r>
                        <a:rPr lang="en-GB" sz="1400">
                          <a:effectLst/>
                        </a:rPr>
                        <a:t>Program Counter (PC)</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tc>
                  <a:txBody>
                    <a:bodyPr/>
                    <a:lstStyle/>
                    <a:p>
                      <a:pPr>
                        <a:lnSpc>
                          <a:spcPct val="115000"/>
                        </a:lnSpc>
                        <a:spcAft>
                          <a:spcPts val="0"/>
                        </a:spcAft>
                      </a:pPr>
                      <a:r>
                        <a:rPr lang="en-GB" sz="1400" dirty="0">
                          <a:effectLst/>
                        </a:rPr>
                        <a:t>The PC is in the Control Unit and it stores the address/location in memory of the next program instruction to be executed.  As soon as an instruction has been fetched from memory the contents of the program counter are incremented (1 added to it) to ensure it points to the next location to be accessed. (Also called the Sequence Control Register or SCR).</a:t>
                      </a:r>
                    </a:p>
                    <a:p>
                      <a:pPr>
                        <a:lnSpc>
                          <a:spcPct val="115000"/>
                        </a:lnSpc>
                        <a:spcAft>
                          <a:spcPts val="0"/>
                        </a:spcAft>
                      </a:pPr>
                      <a:r>
                        <a:rPr lang="en-GB" sz="1400" dirty="0">
                          <a:solidFill>
                            <a:schemeClr val="tx1"/>
                          </a:solidFill>
                        </a:rPr>
                        <a:t>When computers switch between running programs, they need to change the contents of the CPU. This is where the program counter performs a ‘jump cycle’ and changes its content to the new program</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extLst>
                  <a:ext uri="{0D108BD9-81ED-4DB2-BD59-A6C34878D82A}">
                    <a16:rowId xmlns:a16="http://schemas.microsoft.com/office/drawing/2014/main" val="925388910"/>
                  </a:ext>
                </a:extLst>
              </a:tr>
              <a:tr h="1733258">
                <a:tc>
                  <a:txBody>
                    <a:bodyPr/>
                    <a:lstStyle/>
                    <a:p>
                      <a:pPr>
                        <a:lnSpc>
                          <a:spcPct val="115000"/>
                        </a:lnSpc>
                        <a:spcAft>
                          <a:spcPts val="0"/>
                        </a:spcAft>
                      </a:pPr>
                      <a:r>
                        <a:rPr lang="en-GB" sz="1400">
                          <a:effectLst/>
                        </a:rPr>
                        <a:t>Memory Address Register (MAR)</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tc>
                  <a:txBody>
                    <a:bodyPr/>
                    <a:lstStyle/>
                    <a:p>
                      <a:pPr>
                        <a:lnSpc>
                          <a:spcPct val="115000"/>
                        </a:lnSpc>
                        <a:spcAft>
                          <a:spcPts val="0"/>
                        </a:spcAft>
                      </a:pPr>
                      <a:r>
                        <a:rPr lang="en-GB" sz="1400">
                          <a:effectLst/>
                        </a:rPr>
                        <a:t>In the Central Processor. Stores the address of a memory location to be accessed either for a data/instruction read or write i.e. it stores the address of the memory location currently in use. In the fetch phase this would be the address of the instruction being loaded and in the execute phase the address of the data being used. The memory unit has access to the MAR and switches the address selection circuitry to access the appropriate location.</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extLst>
                  <a:ext uri="{0D108BD9-81ED-4DB2-BD59-A6C34878D82A}">
                    <a16:rowId xmlns:a16="http://schemas.microsoft.com/office/drawing/2014/main" val="2413584394"/>
                  </a:ext>
                </a:extLst>
              </a:tr>
              <a:tr h="2152635">
                <a:tc>
                  <a:txBody>
                    <a:bodyPr/>
                    <a:lstStyle/>
                    <a:p>
                      <a:pPr>
                        <a:lnSpc>
                          <a:spcPct val="115000"/>
                        </a:lnSpc>
                        <a:spcAft>
                          <a:spcPts val="0"/>
                        </a:spcAft>
                      </a:pPr>
                      <a:r>
                        <a:rPr lang="en-GB" sz="1400">
                          <a:effectLst/>
                        </a:rPr>
                        <a:t>Memory Data Register (MDR)</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tc>
                  <a:txBody>
                    <a:bodyPr/>
                    <a:lstStyle/>
                    <a:p>
                      <a:pPr>
                        <a:lnSpc>
                          <a:spcPct val="115000"/>
                        </a:lnSpc>
                        <a:spcAft>
                          <a:spcPts val="0"/>
                        </a:spcAft>
                      </a:pPr>
                      <a:r>
                        <a:rPr lang="en-GB" sz="1400">
                          <a:effectLst/>
                        </a:rPr>
                        <a:t>Also in the Central Processor. Stores data that has just been fetched from memory or data waiting to be stored/written to a location in memory i.e. it stores data being transferred to and from the IAS. </a:t>
                      </a:r>
                    </a:p>
                    <a:p>
                      <a:pPr>
                        <a:lnSpc>
                          <a:spcPct val="115000"/>
                        </a:lnSpc>
                        <a:spcAft>
                          <a:spcPts val="0"/>
                        </a:spcAft>
                      </a:pPr>
                      <a:r>
                        <a:rPr lang="en-GB" sz="1400">
                          <a:effectLst/>
                        </a:rPr>
                        <a:t>It acts as a buffer allowing the Central Processor and memory unit to act independently without being affected by minor differences in operation. A data item will be copied to the MDR ready for use at the next clock pulse, when it can either be used by the Central Processor or stored in main memory. </a:t>
                      </a:r>
                    </a:p>
                    <a:p>
                      <a:pPr>
                        <a:lnSpc>
                          <a:spcPct val="115000"/>
                        </a:lnSpc>
                        <a:spcAft>
                          <a:spcPts val="0"/>
                        </a:spcAft>
                      </a:pPr>
                      <a:r>
                        <a:rPr lang="en-GB" sz="1400">
                          <a:effectLst/>
                        </a:rPr>
                        <a:t>(The MDR is also known as the Memory Buffer Register or MBR).</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extLst>
                  <a:ext uri="{0D108BD9-81ED-4DB2-BD59-A6C34878D82A}">
                    <a16:rowId xmlns:a16="http://schemas.microsoft.com/office/drawing/2014/main" val="371543606"/>
                  </a:ext>
                </a:extLst>
              </a:tr>
              <a:tr h="423726">
                <a:tc>
                  <a:txBody>
                    <a:bodyPr/>
                    <a:lstStyle/>
                    <a:p>
                      <a:pPr>
                        <a:lnSpc>
                          <a:spcPct val="115000"/>
                        </a:lnSpc>
                        <a:spcAft>
                          <a:spcPts val="0"/>
                        </a:spcAft>
                      </a:pPr>
                      <a:r>
                        <a:rPr lang="en-GB" sz="1400">
                          <a:effectLst/>
                        </a:rPr>
                        <a:t>Current Instruction Register (CIR)</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tc>
                  <a:txBody>
                    <a:bodyPr/>
                    <a:lstStyle/>
                    <a:p>
                      <a:pPr>
                        <a:lnSpc>
                          <a:spcPct val="115000"/>
                        </a:lnSpc>
                        <a:spcAft>
                          <a:spcPts val="0"/>
                        </a:spcAft>
                      </a:pPr>
                      <a:r>
                        <a:rPr lang="en-GB" sz="1400" dirty="0">
                          <a:effectLst/>
                        </a:rPr>
                        <a:t>Stores the instruction currently being executed by the processor</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3285" marR="53285" marT="0" marB="0"/>
                </a:tc>
                <a:extLst>
                  <a:ext uri="{0D108BD9-81ED-4DB2-BD59-A6C34878D82A}">
                    <a16:rowId xmlns:a16="http://schemas.microsoft.com/office/drawing/2014/main" val="3990269764"/>
                  </a:ext>
                </a:extLst>
              </a:tr>
            </a:tbl>
          </a:graphicData>
        </a:graphic>
      </p:graphicFrame>
    </p:spTree>
    <p:extLst>
      <p:ext uri="{BB962C8B-B14F-4D97-AF65-F5344CB8AC3E}">
        <p14:creationId xmlns:p14="http://schemas.microsoft.com/office/powerpoint/2010/main" val="1767601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9137-2173-4223-96C5-9448C742FE66}"/>
              </a:ext>
            </a:extLst>
          </p:cNvPr>
          <p:cNvSpPr>
            <a:spLocks noGrp="1"/>
          </p:cNvSpPr>
          <p:nvPr>
            <p:ph type="title"/>
          </p:nvPr>
        </p:nvSpPr>
        <p:spPr/>
        <p:txBody>
          <a:bodyPr/>
          <a:lstStyle/>
          <a:p>
            <a:r>
              <a:rPr lang="en-GB" dirty="0"/>
              <a:t>The Fetch Execute Cycle</a:t>
            </a:r>
          </a:p>
        </p:txBody>
      </p:sp>
      <p:sp>
        <p:nvSpPr>
          <p:cNvPr id="3" name="Content Placeholder 2">
            <a:extLst>
              <a:ext uri="{FF2B5EF4-FFF2-40B4-BE49-F238E27FC236}">
                <a16:creationId xmlns:a16="http://schemas.microsoft.com/office/drawing/2014/main" id="{E8549B2F-713B-403F-9A7F-146756128CEC}"/>
              </a:ext>
            </a:extLst>
          </p:cNvPr>
          <p:cNvSpPr>
            <a:spLocks noGrp="1"/>
          </p:cNvSpPr>
          <p:nvPr>
            <p:ph idx="1"/>
          </p:nvPr>
        </p:nvSpPr>
        <p:spPr/>
        <p:txBody>
          <a:bodyPr>
            <a:normAutofit fontScale="85000" lnSpcReduction="20000"/>
          </a:bodyPr>
          <a:lstStyle/>
          <a:p>
            <a:r>
              <a:rPr lang="en-GB" dirty="0"/>
              <a:t>The fetch-execute cycle is the process used by a computer to </a:t>
            </a:r>
            <a:r>
              <a:rPr lang="en-GB" dirty="0">
                <a:solidFill>
                  <a:srgbClr val="FFFF00"/>
                </a:solidFill>
              </a:rPr>
              <a:t>retrieve a program instruction from memory, determine what that instruction is expected to do </a:t>
            </a:r>
            <a:r>
              <a:rPr lang="en-GB" dirty="0"/>
              <a:t>and then </a:t>
            </a:r>
            <a:r>
              <a:rPr lang="en-GB" dirty="0">
                <a:solidFill>
                  <a:srgbClr val="FFFF00"/>
                </a:solidFill>
              </a:rPr>
              <a:t>carry out the actions associated with that instruction</a:t>
            </a:r>
            <a:r>
              <a:rPr lang="en-GB" dirty="0"/>
              <a:t>. Let us now consider how the registers and buses outlined previously can be used as part of the fetch-execute cycle.</a:t>
            </a:r>
          </a:p>
          <a:p>
            <a:r>
              <a:rPr lang="en-GB" dirty="0"/>
              <a:t>The address of the first instruction to be read is loaded into the Program Counter (PC).</a:t>
            </a:r>
          </a:p>
          <a:p>
            <a:r>
              <a:rPr lang="en-GB" dirty="0"/>
              <a:t>Before data/instructions can be accessed from main memory the contents of the Program Counter (PC) are placed in the Memory Address Register.  (The MAR will use the address bus to access the location where the instruction is stored).</a:t>
            </a:r>
          </a:p>
          <a:p>
            <a:r>
              <a:rPr lang="en-GB" dirty="0"/>
              <a:t>The Program Counter (PC) is immediately updated (incremented by 1) to point to the location of the next instruction to be executed.</a:t>
            </a:r>
          </a:p>
          <a:p>
            <a:r>
              <a:rPr lang="en-GB" dirty="0"/>
              <a:t>A read signal will be sent via the control bus to memory and the instruction is transferred from memory to the Memory Data Register (MDR) via the data bus.</a:t>
            </a:r>
          </a:p>
          <a:p>
            <a:r>
              <a:rPr lang="en-GB" dirty="0"/>
              <a:t>The instruction is then copied into the Current Instruction Register (CIR) where it will be examined or decoded by the processor. </a:t>
            </a:r>
          </a:p>
        </p:txBody>
      </p:sp>
    </p:spTree>
    <p:extLst>
      <p:ext uri="{BB962C8B-B14F-4D97-AF65-F5344CB8AC3E}">
        <p14:creationId xmlns:p14="http://schemas.microsoft.com/office/powerpoint/2010/main" val="28902763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44E8F-C483-4EA8-877B-CF8FD4E4B71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658127D-0A46-46A1-8017-95B51FA302A0}"/>
              </a:ext>
            </a:extLst>
          </p:cNvPr>
          <p:cNvSpPr>
            <a:spLocks noGrp="1"/>
          </p:cNvSpPr>
          <p:nvPr>
            <p:ph idx="1"/>
          </p:nvPr>
        </p:nvSpPr>
        <p:spPr>
          <a:xfrm>
            <a:off x="838200" y="2778711"/>
            <a:ext cx="6317202" cy="1526959"/>
          </a:xfrm>
        </p:spPr>
        <p:txBody>
          <a:bodyPr/>
          <a:lstStyle/>
          <a:p>
            <a:r>
              <a:rPr lang="en-GB" dirty="0"/>
              <a:t>The flowchart shows how this process is repeated for each instruction being executed as part of a larger program).</a:t>
            </a:r>
          </a:p>
          <a:p>
            <a:endParaRPr lang="en-GB" dirty="0"/>
          </a:p>
        </p:txBody>
      </p:sp>
      <p:pic>
        <p:nvPicPr>
          <p:cNvPr id="4" name="Picture 3">
            <a:extLst>
              <a:ext uri="{FF2B5EF4-FFF2-40B4-BE49-F238E27FC236}">
                <a16:creationId xmlns:a16="http://schemas.microsoft.com/office/drawing/2014/main" id="{17BA0405-7A3B-40E5-A316-B205DA086CB7}"/>
              </a:ext>
            </a:extLst>
          </p:cNvPr>
          <p:cNvPicPr>
            <a:picLocks noChangeAspect="1"/>
          </p:cNvPicPr>
          <p:nvPr/>
        </p:nvPicPr>
        <p:blipFill>
          <a:blip r:embed="rId2"/>
          <a:stretch>
            <a:fillRect/>
          </a:stretch>
        </p:blipFill>
        <p:spPr>
          <a:xfrm>
            <a:off x="9126246" y="135834"/>
            <a:ext cx="2976154" cy="6800713"/>
          </a:xfrm>
          <a:prstGeom prst="rect">
            <a:avLst/>
          </a:prstGeom>
        </p:spPr>
      </p:pic>
    </p:spTree>
    <p:extLst>
      <p:ext uri="{BB962C8B-B14F-4D97-AF65-F5344CB8AC3E}">
        <p14:creationId xmlns:p14="http://schemas.microsoft.com/office/powerpoint/2010/main" val="1219328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F55CF-BEDB-4909-9C68-F16D6D80EBC2}"/>
              </a:ext>
            </a:extLst>
          </p:cNvPr>
          <p:cNvSpPr>
            <a:spLocks noGrp="1"/>
          </p:cNvSpPr>
          <p:nvPr>
            <p:ph type="title"/>
          </p:nvPr>
        </p:nvSpPr>
        <p:spPr/>
        <p:txBody>
          <a:bodyPr/>
          <a:lstStyle/>
          <a:p>
            <a:r>
              <a:rPr lang="en-GB" dirty="0"/>
              <a:t>Factors influencing the speed of processing</a:t>
            </a:r>
          </a:p>
        </p:txBody>
      </p:sp>
      <p:sp>
        <p:nvSpPr>
          <p:cNvPr id="3" name="Content Placeholder 2">
            <a:extLst>
              <a:ext uri="{FF2B5EF4-FFF2-40B4-BE49-F238E27FC236}">
                <a16:creationId xmlns:a16="http://schemas.microsoft.com/office/drawing/2014/main" id="{2B8264BB-6761-42DA-BDCA-C52815CB9568}"/>
              </a:ext>
            </a:extLst>
          </p:cNvPr>
          <p:cNvSpPr>
            <a:spLocks noGrp="1"/>
          </p:cNvSpPr>
          <p:nvPr>
            <p:ph idx="1"/>
          </p:nvPr>
        </p:nvSpPr>
        <p:spPr>
          <a:xfrm>
            <a:off x="266330" y="1825624"/>
            <a:ext cx="11576482" cy="4743851"/>
          </a:xfrm>
        </p:spPr>
        <p:txBody>
          <a:bodyPr>
            <a:normAutofit fontScale="62500" lnSpcReduction="20000"/>
          </a:bodyPr>
          <a:lstStyle/>
          <a:p>
            <a:pPr marL="0" indent="0">
              <a:buNone/>
            </a:pPr>
            <a:r>
              <a:rPr lang="en-GB" dirty="0"/>
              <a:t>By manipulating some of the components previously examined we can affect the speed of operation of the CPU.</a:t>
            </a:r>
          </a:p>
          <a:p>
            <a:pPr marL="0" lvl="0" indent="0">
              <a:buNone/>
            </a:pPr>
            <a:r>
              <a:rPr lang="en-GB" b="1" dirty="0"/>
              <a:t>Clock speed</a:t>
            </a:r>
            <a:endParaRPr lang="en-GB" dirty="0"/>
          </a:p>
          <a:p>
            <a:r>
              <a:rPr lang="en-GB" dirty="0"/>
              <a:t>Previously we looked at how microprocessors use an internal clock to control the number of instructions to determine how many instructions are executed per second by the CPU.  If the CPU requires a specific number of clock ticks to execute an instruction then by increasing the clock rate (the number of clock ticks / cycles per second) we can increase the number of instructions executed per second; i.e. the faster the clock speed, the more instructions the CPU can execute per second. </a:t>
            </a:r>
          </a:p>
          <a:p>
            <a:pPr marL="0" lvl="0" indent="0">
              <a:buNone/>
            </a:pPr>
            <a:r>
              <a:rPr lang="en-GB" b="1" dirty="0"/>
              <a:t>Cache size</a:t>
            </a:r>
            <a:endParaRPr lang="en-GB" dirty="0"/>
          </a:p>
          <a:p>
            <a:r>
              <a:rPr lang="en-GB" dirty="0"/>
              <a:t>Cache memory provides high speed access to the most frequently used instructions and data items.  By increasing the size of cache memory we can also increase the number of instructions and or data items being held in fast access memory in close proximity to the processor.  Increasing the speed of access to a greater number of frequently accessed instructions and data items can help to increase the speed of operation of the processor.</a:t>
            </a:r>
          </a:p>
          <a:p>
            <a:pPr marL="0" lvl="0" indent="0">
              <a:buNone/>
            </a:pPr>
            <a:r>
              <a:rPr lang="en-GB" b="1" dirty="0"/>
              <a:t>Processor Type</a:t>
            </a:r>
            <a:endParaRPr lang="en-GB" dirty="0"/>
          </a:p>
          <a:p>
            <a:r>
              <a:rPr lang="en-GB" dirty="0"/>
              <a:t>Most computing devices can use one of two main types of processor known as Reduced Instruction Set Computing (RISC) or Complex Instruction Set Computing (CISC).  </a:t>
            </a:r>
          </a:p>
          <a:p>
            <a:r>
              <a:rPr lang="en-GB" dirty="0"/>
              <a:t>As the name suggests RISC has a smaller number of instructions at its disposal during processing.  This means that in complex processing tasks RISC processing units have to combine many simple instructions to complete each task meaning an increased number of fetch-execute cycles need to be completed to carry out complex tasks; thus slowing down the overall speed of processing.</a:t>
            </a:r>
          </a:p>
        </p:txBody>
      </p:sp>
    </p:spTree>
    <p:extLst>
      <p:ext uri="{BB962C8B-B14F-4D97-AF65-F5344CB8AC3E}">
        <p14:creationId xmlns:p14="http://schemas.microsoft.com/office/powerpoint/2010/main" val="1664628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F55CF-BEDB-4909-9C68-F16D6D80EBC2}"/>
              </a:ext>
            </a:extLst>
          </p:cNvPr>
          <p:cNvSpPr>
            <a:spLocks noGrp="1"/>
          </p:cNvSpPr>
          <p:nvPr>
            <p:ph type="title"/>
          </p:nvPr>
        </p:nvSpPr>
        <p:spPr/>
        <p:txBody>
          <a:bodyPr/>
          <a:lstStyle/>
          <a:p>
            <a:r>
              <a:rPr lang="en-GB" dirty="0"/>
              <a:t>Factors influencing the speed of processing: Reduced</a:t>
            </a:r>
          </a:p>
        </p:txBody>
      </p:sp>
      <p:sp>
        <p:nvSpPr>
          <p:cNvPr id="3" name="Content Placeholder 2">
            <a:extLst>
              <a:ext uri="{FF2B5EF4-FFF2-40B4-BE49-F238E27FC236}">
                <a16:creationId xmlns:a16="http://schemas.microsoft.com/office/drawing/2014/main" id="{2B8264BB-6761-42DA-BDCA-C52815CB9568}"/>
              </a:ext>
            </a:extLst>
          </p:cNvPr>
          <p:cNvSpPr>
            <a:spLocks noGrp="1"/>
          </p:cNvSpPr>
          <p:nvPr>
            <p:ph idx="1"/>
          </p:nvPr>
        </p:nvSpPr>
        <p:spPr>
          <a:xfrm>
            <a:off x="266330" y="1825624"/>
            <a:ext cx="10560420" cy="4743851"/>
          </a:xfrm>
        </p:spPr>
        <p:txBody>
          <a:bodyPr>
            <a:normAutofit fontScale="70000" lnSpcReduction="20000"/>
          </a:bodyPr>
          <a:lstStyle/>
          <a:p>
            <a:pPr marL="0" indent="0">
              <a:buNone/>
            </a:pPr>
            <a:r>
              <a:rPr lang="en-GB" dirty="0"/>
              <a:t>By manipulating some of the components previously examined we can affect the speed of operation of the CPU.</a:t>
            </a:r>
          </a:p>
          <a:p>
            <a:pPr marL="0" lvl="0" indent="0">
              <a:buNone/>
            </a:pPr>
            <a:r>
              <a:rPr lang="en-GB" b="1" dirty="0"/>
              <a:t>Clock speed</a:t>
            </a:r>
            <a:endParaRPr lang="en-GB" dirty="0"/>
          </a:p>
          <a:p>
            <a:r>
              <a:rPr lang="en-GB" dirty="0"/>
              <a:t>The CPU speed can be increased the clock rate (the number of clock ticks / cycles per second) we can increase the number of instructions executed per second</a:t>
            </a:r>
          </a:p>
          <a:p>
            <a:pPr marL="0" lvl="0" indent="0">
              <a:buNone/>
            </a:pPr>
            <a:r>
              <a:rPr lang="en-GB" b="1" dirty="0"/>
              <a:t>Cache size</a:t>
            </a:r>
            <a:endParaRPr lang="en-GB" dirty="0"/>
          </a:p>
          <a:p>
            <a:pPr marL="342900" lvl="0" indent="-342900">
              <a:lnSpc>
                <a:spcPct val="107000"/>
              </a:lnSpc>
              <a:spcAft>
                <a:spcPts val="800"/>
              </a:spcAft>
              <a:buFont typeface="Arial" panose="020B0604020202020204" pitchFamily="34" charset="0"/>
              <a:buChar char="•"/>
              <a:tabLst>
                <a:tab pos="457200" algn="l"/>
              </a:tabLst>
            </a:pPr>
            <a:r>
              <a:rPr lang="en-GB" sz="2900" dirty="0"/>
              <a:t>Cache memory provides quick access to frequently used instructions and data items.  Increase size of cache memory = increase the number of instructions/data items held in fast memory in close proximity to the CPU.  More Cache = More instructions stored in fast speed access = faster CPU speed</a:t>
            </a:r>
          </a:p>
          <a:p>
            <a:pPr marL="0" lvl="0" indent="0">
              <a:buNone/>
            </a:pPr>
            <a:r>
              <a:rPr lang="en-GB" b="1" dirty="0"/>
              <a:t>Processor Type</a:t>
            </a:r>
            <a:endParaRPr lang="en-GB" dirty="0"/>
          </a:p>
          <a:p>
            <a:r>
              <a:rPr lang="en-GB" dirty="0"/>
              <a:t>Two types of processor: RISC or CISC.  </a:t>
            </a:r>
          </a:p>
          <a:p>
            <a:r>
              <a:rPr lang="en-GB" dirty="0"/>
              <a:t>RISC has a smaller number of instructions available during processing.  This means that RISC has to combine many simple instructions to complete each task in order to complete complex tasks; overall speed of processing is increased.</a:t>
            </a:r>
          </a:p>
        </p:txBody>
      </p:sp>
    </p:spTree>
    <p:extLst>
      <p:ext uri="{BB962C8B-B14F-4D97-AF65-F5344CB8AC3E}">
        <p14:creationId xmlns:p14="http://schemas.microsoft.com/office/powerpoint/2010/main" val="19215889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8B492-A144-4C4D-8D49-E55F14ADAEF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BBCDAF8-9EA6-477B-93DB-80463412F8D6}"/>
              </a:ext>
            </a:extLst>
          </p:cNvPr>
          <p:cNvSpPr>
            <a:spLocks noGrp="1"/>
          </p:cNvSpPr>
          <p:nvPr>
            <p:ph idx="1"/>
          </p:nvPr>
        </p:nvSpPr>
        <p:spPr/>
        <p:txBody>
          <a:bodyPr/>
          <a:lstStyle/>
          <a:p>
            <a:r>
              <a:rPr lang="en-GB" dirty="0"/>
              <a:t>D:\Digital Technology\A Level\AS Level\AS 2 - Mr B\3 – Architecture</a:t>
            </a:r>
          </a:p>
          <a:p>
            <a:endParaRPr lang="en-GB" dirty="0"/>
          </a:p>
          <a:p>
            <a:r>
              <a:rPr lang="en-GB"/>
              <a:t>Architecture Notes 2_2018_19</a:t>
            </a:r>
          </a:p>
        </p:txBody>
      </p:sp>
    </p:spTree>
    <p:extLst>
      <p:ext uri="{BB962C8B-B14F-4D97-AF65-F5344CB8AC3E}">
        <p14:creationId xmlns:p14="http://schemas.microsoft.com/office/powerpoint/2010/main" val="21676924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Storage</a:t>
            </a:r>
          </a:p>
        </p:txBody>
      </p:sp>
      <p:sp>
        <p:nvSpPr>
          <p:cNvPr id="5" name="Text Placeholder 4"/>
          <p:cNvSpPr>
            <a:spLocks noGrp="1"/>
          </p:cNvSpPr>
          <p:nvPr>
            <p:ph type="body" idx="1"/>
          </p:nvPr>
        </p:nvSpPr>
        <p:spPr/>
        <p:txBody>
          <a:bodyPr/>
          <a:lstStyle/>
          <a:p>
            <a:r>
              <a:rPr lang="en-GB" dirty="0"/>
              <a:t>Main Memory and Backing Store</a:t>
            </a:r>
          </a:p>
        </p:txBody>
      </p:sp>
    </p:spTree>
    <p:extLst>
      <p:ext uri="{BB962C8B-B14F-4D97-AF65-F5344CB8AC3E}">
        <p14:creationId xmlns:p14="http://schemas.microsoft.com/office/powerpoint/2010/main" val="1095946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123114" y="49875"/>
            <a:ext cx="3557847" cy="14464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Memory Consists of</a:t>
            </a:r>
          </a:p>
        </p:txBody>
      </p:sp>
      <p:cxnSp>
        <p:nvCxnSpPr>
          <p:cNvPr id="10" name="Elbow Connector 9"/>
          <p:cNvCxnSpPr/>
          <p:nvPr/>
        </p:nvCxnSpPr>
        <p:spPr>
          <a:xfrm rot="5400000">
            <a:off x="3175463" y="1562791"/>
            <a:ext cx="1163782" cy="1030779"/>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p:cNvCxnSpPr/>
          <p:nvPr/>
        </p:nvCxnSpPr>
        <p:spPr>
          <a:xfrm rot="16200000" flipH="1">
            <a:off x="7275023" y="1589118"/>
            <a:ext cx="1163784" cy="978128"/>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562795" y="2660071"/>
            <a:ext cx="3391592" cy="1878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MAIN MEMORY</a:t>
            </a:r>
          </a:p>
          <a:p>
            <a:pPr algn="ctr"/>
            <a:endParaRPr lang="en-GB" dirty="0"/>
          </a:p>
          <a:p>
            <a:pPr algn="ctr"/>
            <a:r>
              <a:rPr lang="en-GB" dirty="0"/>
              <a:t>Another term is PRIMARY STORE</a:t>
            </a:r>
          </a:p>
        </p:txBody>
      </p:sp>
      <p:cxnSp>
        <p:nvCxnSpPr>
          <p:cNvPr id="15" name="Elbow Connector 14"/>
          <p:cNvCxnSpPr/>
          <p:nvPr/>
        </p:nvCxnSpPr>
        <p:spPr>
          <a:xfrm rot="5400000">
            <a:off x="1496293" y="4308761"/>
            <a:ext cx="1163782" cy="1030779"/>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p:nvPr/>
        </p:nvCxnSpPr>
        <p:spPr>
          <a:xfrm rot="16200000" flipH="1">
            <a:off x="3816930" y="4335088"/>
            <a:ext cx="1163784" cy="978128"/>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p:cNvCxnSpPr/>
          <p:nvPr/>
        </p:nvCxnSpPr>
        <p:spPr>
          <a:xfrm rot="5400000">
            <a:off x="3158835" y="4006732"/>
            <a:ext cx="1163782" cy="1030779"/>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857248" y="5406042"/>
            <a:ext cx="1411090" cy="723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ROM</a:t>
            </a:r>
          </a:p>
        </p:txBody>
      </p:sp>
      <p:sp>
        <p:nvSpPr>
          <p:cNvPr id="19" name="Rectangle 18"/>
          <p:cNvSpPr/>
          <p:nvPr/>
        </p:nvSpPr>
        <p:spPr>
          <a:xfrm>
            <a:off x="2505942" y="5104013"/>
            <a:ext cx="1411090" cy="723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RAM</a:t>
            </a:r>
          </a:p>
        </p:txBody>
      </p:sp>
      <p:sp>
        <p:nvSpPr>
          <p:cNvPr id="20" name="Rectangle 19"/>
          <p:cNvSpPr/>
          <p:nvPr/>
        </p:nvSpPr>
        <p:spPr>
          <a:xfrm>
            <a:off x="4154635" y="5410200"/>
            <a:ext cx="1411090" cy="723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CACHE</a:t>
            </a:r>
          </a:p>
        </p:txBody>
      </p:sp>
      <p:cxnSp>
        <p:nvCxnSpPr>
          <p:cNvPr id="21" name="Elbow Connector 20"/>
          <p:cNvCxnSpPr/>
          <p:nvPr/>
        </p:nvCxnSpPr>
        <p:spPr>
          <a:xfrm rot="5400000">
            <a:off x="6727765" y="4207626"/>
            <a:ext cx="1163782" cy="1030779"/>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p:nvPr/>
        </p:nvCxnSpPr>
        <p:spPr>
          <a:xfrm rot="16200000" flipH="1">
            <a:off x="9048402" y="4233953"/>
            <a:ext cx="1163784" cy="978128"/>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5400000">
            <a:off x="8390307" y="3905597"/>
            <a:ext cx="1163782" cy="1030779"/>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6088720" y="5304907"/>
            <a:ext cx="1411090" cy="723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MAGNETIC MEDIA</a:t>
            </a:r>
          </a:p>
        </p:txBody>
      </p:sp>
      <p:sp>
        <p:nvSpPr>
          <p:cNvPr id="25" name="Rectangle 24"/>
          <p:cNvSpPr/>
          <p:nvPr/>
        </p:nvSpPr>
        <p:spPr>
          <a:xfrm>
            <a:off x="7737414" y="5002878"/>
            <a:ext cx="1411090" cy="723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OPTICAL MEDIA</a:t>
            </a:r>
          </a:p>
        </p:txBody>
      </p:sp>
      <p:sp>
        <p:nvSpPr>
          <p:cNvPr id="26" name="Rectangle 25"/>
          <p:cNvSpPr/>
          <p:nvPr/>
        </p:nvSpPr>
        <p:spPr>
          <a:xfrm>
            <a:off x="9386107" y="5309065"/>
            <a:ext cx="1411090" cy="723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SOLID STATE MEDIA</a:t>
            </a:r>
          </a:p>
        </p:txBody>
      </p:sp>
      <p:sp>
        <p:nvSpPr>
          <p:cNvPr id="13" name="Rectangle 12"/>
          <p:cNvSpPr/>
          <p:nvPr/>
        </p:nvSpPr>
        <p:spPr>
          <a:xfrm>
            <a:off x="6700060" y="2660072"/>
            <a:ext cx="3391592" cy="1878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BACKING STORE</a:t>
            </a:r>
          </a:p>
          <a:p>
            <a:pPr algn="ctr"/>
            <a:endParaRPr lang="en-GB" dirty="0"/>
          </a:p>
          <a:p>
            <a:pPr algn="ctr"/>
            <a:r>
              <a:rPr lang="en-GB" dirty="0"/>
              <a:t>Other terms include Auxiliary Storage or Secondary Storage</a:t>
            </a:r>
          </a:p>
        </p:txBody>
      </p:sp>
    </p:spTree>
    <p:extLst>
      <p:ext uri="{BB962C8B-B14F-4D97-AF65-F5344CB8AC3E}">
        <p14:creationId xmlns:p14="http://schemas.microsoft.com/office/powerpoint/2010/main" val="40025928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Main Memory = Primary Storage</a:t>
            </a:r>
          </a:p>
        </p:txBody>
      </p:sp>
      <p:sp>
        <p:nvSpPr>
          <p:cNvPr id="3" name="Content Placeholder 2"/>
          <p:cNvSpPr>
            <a:spLocks noGrp="1"/>
          </p:cNvSpPr>
          <p:nvPr>
            <p:ph idx="1"/>
          </p:nvPr>
        </p:nvSpPr>
        <p:spPr/>
        <p:txBody>
          <a:bodyPr>
            <a:normAutofit/>
          </a:bodyPr>
          <a:lstStyle/>
          <a:p>
            <a:r>
              <a:rPr lang="en-GB" dirty="0"/>
              <a:t>Main memory keeps track of what is </a:t>
            </a:r>
            <a:r>
              <a:rPr lang="en-GB" i="1" dirty="0"/>
              <a:t>currently</a:t>
            </a:r>
            <a:r>
              <a:rPr lang="en-GB" dirty="0"/>
              <a:t> being processed.  </a:t>
            </a:r>
          </a:p>
          <a:p>
            <a:r>
              <a:rPr lang="en-GB" dirty="0"/>
              <a:t>It's </a:t>
            </a:r>
            <a:r>
              <a:rPr lang="en-GB" b="1" dirty="0"/>
              <a:t>volatile</a:t>
            </a:r>
            <a:r>
              <a:rPr lang="en-GB" dirty="0"/>
              <a:t>, meaning that turning the power off erases all of the data.  #</a:t>
            </a:r>
          </a:p>
          <a:p>
            <a:r>
              <a:rPr lang="en-GB" dirty="0"/>
              <a:t>For Main Memory, computers use </a:t>
            </a:r>
            <a:r>
              <a:rPr lang="en-GB" b="1" dirty="0"/>
              <a:t>RAM</a:t>
            </a:r>
            <a:r>
              <a:rPr lang="en-GB" dirty="0"/>
              <a:t>, or </a:t>
            </a:r>
            <a:r>
              <a:rPr lang="en-GB" b="1" dirty="0"/>
              <a:t>Random Access Memory</a:t>
            </a:r>
            <a:r>
              <a:rPr lang="en-GB" dirty="0"/>
              <a:t>. </a:t>
            </a:r>
          </a:p>
          <a:p>
            <a:pPr lvl="1"/>
            <a:r>
              <a:rPr lang="en-GB" dirty="0"/>
              <a:t>These memory chips are the fastest, but most expensive, type of storage. </a:t>
            </a:r>
          </a:p>
          <a:p>
            <a:pPr lvl="1"/>
            <a:r>
              <a:rPr lang="en-GB" dirty="0"/>
              <a:t>No matter what you are working on, whether at home, school or in an office, you will want to save your data for use at a later date. </a:t>
            </a:r>
          </a:p>
          <a:p>
            <a:pPr lvl="1"/>
            <a:r>
              <a:rPr lang="en-GB" dirty="0"/>
              <a:t>Whilst you have the document, spreadsheet, database open, the work is mostly residing in your computer's Random Access Memory (RAM).  </a:t>
            </a:r>
          </a:p>
          <a:p>
            <a:pPr lvl="1"/>
            <a:r>
              <a:rPr lang="en-GB" dirty="0"/>
              <a:t>However, as you know, this is volatile, so when you turn your computer off, all of your work will simply disappear unless you save it to somewhere more permanent.</a:t>
            </a:r>
          </a:p>
          <a:p>
            <a:endParaRPr lang="en-GB" dirty="0"/>
          </a:p>
        </p:txBody>
      </p:sp>
    </p:spTree>
    <p:extLst>
      <p:ext uri="{BB962C8B-B14F-4D97-AF65-F5344CB8AC3E}">
        <p14:creationId xmlns:p14="http://schemas.microsoft.com/office/powerpoint/2010/main" val="10650628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GB" dirty="0"/>
              <a:t>Backing Storage = Auxiliary Storage = Secondary Storage</a:t>
            </a:r>
          </a:p>
        </p:txBody>
      </p:sp>
      <p:sp>
        <p:nvSpPr>
          <p:cNvPr id="3" name="Content Placeholder 2"/>
          <p:cNvSpPr>
            <a:spLocks noGrp="1"/>
          </p:cNvSpPr>
          <p:nvPr>
            <p:ph idx="1"/>
          </p:nvPr>
        </p:nvSpPr>
        <p:spPr/>
        <p:txBody>
          <a:bodyPr>
            <a:normAutofit/>
          </a:bodyPr>
          <a:lstStyle/>
          <a:p>
            <a:r>
              <a:rPr lang="en-GB" dirty="0"/>
              <a:t>Auxiliary storage holds what is not </a:t>
            </a:r>
            <a:r>
              <a:rPr lang="en-GB" i="1" dirty="0"/>
              <a:t>currently</a:t>
            </a:r>
            <a:r>
              <a:rPr lang="en-GB" dirty="0"/>
              <a:t> being processed. This is the work that is "filed away", but is ready to be pulled out when needed. It is </a:t>
            </a:r>
            <a:r>
              <a:rPr lang="en-GB" b="1" dirty="0"/>
              <a:t>non volatile</a:t>
            </a:r>
            <a:r>
              <a:rPr lang="en-GB" dirty="0"/>
              <a:t>, meaning that turning the power off does not erase it. </a:t>
            </a:r>
          </a:p>
          <a:p>
            <a:r>
              <a:rPr lang="en-GB" dirty="0"/>
              <a:t>Auxiliary Storage is used for: </a:t>
            </a:r>
          </a:p>
          <a:p>
            <a:pPr lvl="1"/>
            <a:r>
              <a:rPr lang="en-GB" b="1" dirty="0"/>
              <a:t>Input</a:t>
            </a:r>
            <a:r>
              <a:rPr lang="en-GB" dirty="0"/>
              <a:t> - data and programs </a:t>
            </a:r>
          </a:p>
          <a:p>
            <a:pPr lvl="1"/>
            <a:r>
              <a:rPr lang="en-GB" b="1" dirty="0"/>
              <a:t>Output</a:t>
            </a:r>
            <a:r>
              <a:rPr lang="en-GB" dirty="0"/>
              <a:t> - saving the results of processing </a:t>
            </a:r>
          </a:p>
          <a:p>
            <a:r>
              <a:rPr lang="en-GB" dirty="0"/>
              <a:t>So, Auxiliary Storage is where you put last year's tax info, addresses for old customers, programs you may or may not ever use, data you entered yesterday - everything that is not being used right now.</a:t>
            </a:r>
          </a:p>
          <a:p>
            <a:endParaRPr lang="en-GB" dirty="0"/>
          </a:p>
        </p:txBody>
      </p:sp>
    </p:spTree>
    <p:extLst>
      <p:ext uri="{BB962C8B-B14F-4D97-AF65-F5344CB8AC3E}">
        <p14:creationId xmlns:p14="http://schemas.microsoft.com/office/powerpoint/2010/main" val="33824100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 Of Storage Devices</a:t>
            </a:r>
          </a:p>
        </p:txBody>
      </p:sp>
      <p:sp>
        <p:nvSpPr>
          <p:cNvPr id="3" name="Content Placeholder 2"/>
          <p:cNvSpPr>
            <a:spLocks noGrp="1"/>
          </p:cNvSpPr>
          <p:nvPr>
            <p:ph idx="1"/>
          </p:nvPr>
        </p:nvSpPr>
        <p:spPr/>
        <p:txBody>
          <a:bodyPr>
            <a:normAutofit fontScale="92500" lnSpcReduction="10000"/>
          </a:bodyPr>
          <a:lstStyle/>
          <a:p>
            <a:r>
              <a:rPr lang="en-GB" dirty="0"/>
              <a:t>Storage devices are designed to hold your data on a permanent or semi-permanent basis.  They are non-volatile, i.e. when the computer is switched off, the data will still be safe.</a:t>
            </a:r>
          </a:p>
          <a:p>
            <a:r>
              <a:rPr lang="en-GB" dirty="0"/>
              <a:t>Storage media can be classified into two categories:</a:t>
            </a:r>
          </a:p>
          <a:p>
            <a:pPr lvl="1"/>
            <a:r>
              <a:rPr lang="en-GB" dirty="0"/>
              <a:t>Media that can be over-written many times.</a:t>
            </a:r>
          </a:p>
          <a:p>
            <a:pPr lvl="1"/>
            <a:r>
              <a:rPr lang="en-GB" dirty="0"/>
              <a:t>Media that can only be written onto once.</a:t>
            </a:r>
          </a:p>
          <a:p>
            <a:r>
              <a:rPr lang="en-GB" dirty="0"/>
              <a:t>Storage devices are sometimes referred to as </a:t>
            </a:r>
            <a:r>
              <a:rPr lang="en-GB" b="1" dirty="0"/>
              <a:t>secondary storage</a:t>
            </a:r>
            <a:r>
              <a:rPr lang="en-GB" dirty="0"/>
              <a:t>.</a:t>
            </a:r>
          </a:p>
          <a:p>
            <a:r>
              <a:rPr lang="en-GB" dirty="0"/>
              <a:t>Secondary Storage can be classified into the following types:</a:t>
            </a:r>
          </a:p>
          <a:p>
            <a:pPr lvl="1"/>
            <a:r>
              <a:rPr lang="en-GB" dirty="0"/>
              <a:t>Magnetic Media (Magnetic tapes, floppy disk, Zip disk, hard disk)</a:t>
            </a:r>
          </a:p>
          <a:p>
            <a:pPr lvl="1"/>
            <a:r>
              <a:rPr lang="es-ES" dirty="0" err="1"/>
              <a:t>Optical</a:t>
            </a:r>
            <a:r>
              <a:rPr lang="es-ES" dirty="0"/>
              <a:t> Media (CD-ROM, </a:t>
            </a:r>
            <a:r>
              <a:rPr lang="es-ES" dirty="0" err="1"/>
              <a:t>DVD’s</a:t>
            </a:r>
            <a:r>
              <a:rPr lang="es-ES" dirty="0"/>
              <a:t>)</a:t>
            </a:r>
            <a:endParaRPr lang="en-GB" dirty="0"/>
          </a:p>
          <a:p>
            <a:pPr lvl="1"/>
            <a:r>
              <a:rPr lang="en-GB" dirty="0"/>
              <a:t>Solid-State Media (Flash memory)</a:t>
            </a:r>
          </a:p>
          <a:p>
            <a:endParaRPr lang="en-GB" dirty="0"/>
          </a:p>
        </p:txBody>
      </p:sp>
    </p:spTree>
    <p:extLst>
      <p:ext uri="{BB962C8B-B14F-4D97-AF65-F5344CB8AC3E}">
        <p14:creationId xmlns:p14="http://schemas.microsoft.com/office/powerpoint/2010/main" val="2520596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Secondary Storage – Why is it necessary?</a:t>
            </a:r>
          </a:p>
        </p:txBody>
      </p:sp>
      <p:sp>
        <p:nvSpPr>
          <p:cNvPr id="3" name="Content Placeholder 2"/>
          <p:cNvSpPr>
            <a:spLocks noGrp="1"/>
          </p:cNvSpPr>
          <p:nvPr>
            <p:ph idx="1"/>
          </p:nvPr>
        </p:nvSpPr>
        <p:spPr/>
        <p:txBody>
          <a:bodyPr>
            <a:normAutofit/>
          </a:bodyPr>
          <a:lstStyle/>
          <a:p>
            <a:r>
              <a:rPr lang="en-GB" dirty="0"/>
              <a:t>You will remember that </a:t>
            </a:r>
            <a:r>
              <a:rPr lang="en-GB" dirty="0">
                <a:solidFill>
                  <a:srgbClr val="FFFF00"/>
                </a:solidFill>
              </a:rPr>
              <a:t>main memory </a:t>
            </a:r>
            <a:r>
              <a:rPr lang="en-GB" dirty="0"/>
              <a:t>at any time during the operation of the computer </a:t>
            </a:r>
            <a:r>
              <a:rPr lang="en-GB" dirty="0">
                <a:solidFill>
                  <a:srgbClr val="FFFF00"/>
                </a:solidFill>
              </a:rPr>
              <a:t>stores a portion of the operating system, application software currently running and other data items the processing unit needs to have fast and direct access to when carrying out operations.  </a:t>
            </a:r>
            <a:r>
              <a:rPr lang="en-GB" dirty="0"/>
              <a:t>Main memory will hold these items only for as long as they are being used by the processor.  It would be unrealistic to assume that all programs and data being held by the computer could be held indefinitely as:-</a:t>
            </a:r>
          </a:p>
          <a:p>
            <a:pPr lvl="1"/>
            <a:r>
              <a:rPr lang="en-GB" dirty="0">
                <a:solidFill>
                  <a:srgbClr val="FFFF00"/>
                </a:solidFill>
              </a:rPr>
              <a:t>Main memory is volatile, meaning that as soon as the power is removed the data is lost;</a:t>
            </a:r>
          </a:p>
          <a:p>
            <a:pPr lvl="1"/>
            <a:r>
              <a:rPr lang="en-GB" dirty="0">
                <a:solidFill>
                  <a:srgbClr val="FFFF00"/>
                </a:solidFill>
              </a:rPr>
              <a:t>Main memory has limited capacity.</a:t>
            </a:r>
          </a:p>
          <a:p>
            <a:endParaRPr lang="en-GB" dirty="0"/>
          </a:p>
        </p:txBody>
      </p:sp>
    </p:spTree>
    <p:extLst>
      <p:ext uri="{BB962C8B-B14F-4D97-AF65-F5344CB8AC3E}">
        <p14:creationId xmlns:p14="http://schemas.microsoft.com/office/powerpoint/2010/main" val="33803917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r>
              <a:rPr lang="en-GB" dirty="0"/>
              <a:t>This means for example that if main memory is volatile we have:</a:t>
            </a:r>
          </a:p>
          <a:p>
            <a:pPr lvl="1"/>
            <a:r>
              <a:rPr lang="en-GB" dirty="0"/>
              <a:t>no means of being able to permanently store the results of processing, </a:t>
            </a:r>
          </a:p>
          <a:p>
            <a:pPr lvl="1"/>
            <a:r>
              <a:rPr lang="en-GB" dirty="0"/>
              <a:t>means that we would have to reprogram our computer to complete a task each time we needed to use them.  </a:t>
            </a:r>
          </a:p>
          <a:p>
            <a:pPr lvl="1"/>
            <a:r>
              <a:rPr lang="en-GB" dirty="0"/>
              <a:t>This would greatly negate the advantages of having high speed processors to complete tasks for us.  For this reason we need to have a secondary or an auxiliary storage device which can be used to hold copies of the programs we are using so they can be reloaded for use without the need for reprogramming.  We can also therefore use secondary storage devices to allow us to reload the results of previous processing.</a:t>
            </a:r>
          </a:p>
          <a:p>
            <a:r>
              <a:rPr lang="en-GB" dirty="0"/>
              <a:t>Using secondary storage devices to keep a permanent copy of our processing means that other people can use the same computer but also; depending on the features of the device and its portability in particular, we can take the results of processing and use them on another computer.</a:t>
            </a:r>
          </a:p>
          <a:p>
            <a:endParaRPr lang="en-GB" dirty="0"/>
          </a:p>
        </p:txBody>
      </p:sp>
    </p:spTree>
    <p:extLst>
      <p:ext uri="{BB962C8B-B14F-4D97-AF65-F5344CB8AC3E}">
        <p14:creationId xmlns:p14="http://schemas.microsoft.com/office/powerpoint/2010/main" val="24229164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Research Question</a:t>
            </a:r>
          </a:p>
        </p:txBody>
      </p:sp>
      <p:sp>
        <p:nvSpPr>
          <p:cNvPr id="3" name="Content Placeholder 2"/>
          <p:cNvSpPr>
            <a:spLocks noGrp="1"/>
          </p:cNvSpPr>
          <p:nvPr>
            <p:ph idx="1"/>
          </p:nvPr>
        </p:nvSpPr>
        <p:spPr/>
        <p:txBody>
          <a:bodyPr/>
          <a:lstStyle/>
          <a:p>
            <a:r>
              <a:rPr lang="en-GB" b="1" dirty="0"/>
              <a:t>Explain the difference between internal memory and secondary storage.</a:t>
            </a:r>
          </a:p>
          <a:p>
            <a:endParaRPr lang="en-GB" b="1" dirty="0"/>
          </a:p>
          <a:p>
            <a:r>
              <a:rPr lang="en-GB" dirty="0"/>
              <a:t>The above question is your title. Using what you have learnt, develop a mind map to display the differences. Your mind map should include benefits and examples, as well as how the differ physically.</a:t>
            </a:r>
          </a:p>
        </p:txBody>
      </p:sp>
    </p:spTree>
    <p:extLst>
      <p:ext uri="{BB962C8B-B14F-4D97-AF65-F5344CB8AC3E}">
        <p14:creationId xmlns:p14="http://schemas.microsoft.com/office/powerpoint/2010/main" val="32437682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Magnetic, optical and flash storage media </a:t>
            </a:r>
            <a:endParaRPr lang="en-GB" dirty="0"/>
          </a:p>
        </p:txBody>
      </p:sp>
      <p:sp>
        <p:nvSpPr>
          <p:cNvPr id="3" name="Content Placeholder 2"/>
          <p:cNvSpPr>
            <a:spLocks noGrp="1"/>
          </p:cNvSpPr>
          <p:nvPr>
            <p:ph idx="1"/>
          </p:nvPr>
        </p:nvSpPr>
        <p:spPr/>
        <p:txBody>
          <a:bodyPr/>
          <a:lstStyle/>
          <a:p>
            <a:r>
              <a:rPr lang="en-GB" dirty="0"/>
              <a:t>A variety of media exist for use as backing storage devices.  These devices can be categorised as Magnetic, Optical and Flash.  </a:t>
            </a:r>
          </a:p>
          <a:p>
            <a:endParaRPr lang="en-GB" dirty="0"/>
          </a:p>
        </p:txBody>
      </p:sp>
    </p:spTree>
    <p:extLst>
      <p:ext uri="{BB962C8B-B14F-4D97-AF65-F5344CB8AC3E}">
        <p14:creationId xmlns:p14="http://schemas.microsoft.com/office/powerpoint/2010/main" val="26754883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Magnetic Media</a:t>
            </a:r>
            <a:endParaRPr lang="en-GB" dirty="0"/>
          </a:p>
        </p:txBody>
      </p:sp>
      <p:sp>
        <p:nvSpPr>
          <p:cNvPr id="3" name="Content Placeholder 2"/>
          <p:cNvSpPr>
            <a:spLocks noGrp="1"/>
          </p:cNvSpPr>
          <p:nvPr>
            <p:ph idx="1"/>
          </p:nvPr>
        </p:nvSpPr>
        <p:spPr/>
        <p:txBody>
          <a:bodyPr>
            <a:normAutofit fontScale="92500" lnSpcReduction="20000"/>
          </a:bodyPr>
          <a:lstStyle/>
          <a:p>
            <a:r>
              <a:rPr lang="en-GB" dirty="0"/>
              <a:t>Magnetic media refers to devices which use different patterns of magnetisation to store data. Magnetic storage devices provide a non-volatile storage medium.  Hard discs represent one example of magnetic storage media.  </a:t>
            </a:r>
            <a:r>
              <a:rPr lang="en-GB" dirty="0">
                <a:solidFill>
                  <a:srgbClr val="FFFF00"/>
                </a:solidFill>
              </a:rPr>
              <a:t>Information can be read from and written to the disc using read/write heads which operate very closely to the surface of the disc.  A magnetic material, such as iron oxide or chromium oxide, is embedded in the disk. </a:t>
            </a:r>
          </a:p>
          <a:p>
            <a:r>
              <a:rPr lang="en-GB" dirty="0"/>
              <a:t>To record data, a recording head moves past the disk while electric currents passing through it produce a magnetic field. Data on the disc is stored in a very orderly pattern on the disc surface.  </a:t>
            </a:r>
            <a:r>
              <a:rPr lang="en-GB" dirty="0">
                <a:solidFill>
                  <a:srgbClr val="FFFF00"/>
                </a:solidFill>
              </a:rPr>
              <a:t>Bits of data are arranged in </a:t>
            </a:r>
            <a:r>
              <a:rPr lang="en-GB" b="1" dirty="0">
                <a:solidFill>
                  <a:srgbClr val="FFFF00"/>
                </a:solidFill>
              </a:rPr>
              <a:t>concentric</a:t>
            </a:r>
            <a:r>
              <a:rPr lang="en-GB" dirty="0">
                <a:solidFill>
                  <a:srgbClr val="FFFF00"/>
                </a:solidFill>
              </a:rPr>
              <a:t>, circular paths called </a:t>
            </a:r>
            <a:r>
              <a:rPr lang="en-GB" b="1" dirty="0">
                <a:solidFill>
                  <a:srgbClr val="FFFF00"/>
                </a:solidFill>
              </a:rPr>
              <a:t>tracks</a:t>
            </a:r>
            <a:r>
              <a:rPr lang="en-GB" dirty="0">
                <a:solidFill>
                  <a:srgbClr val="FFFF00"/>
                </a:solidFill>
              </a:rPr>
              <a:t>. </a:t>
            </a:r>
          </a:p>
          <a:p>
            <a:pPr lvl="1"/>
            <a:r>
              <a:rPr lang="en-GB" dirty="0">
                <a:solidFill>
                  <a:srgbClr val="FFFF00"/>
                </a:solidFill>
              </a:rPr>
              <a:t>Each track is broken up into smaller areas called </a:t>
            </a:r>
            <a:r>
              <a:rPr lang="en-GB" b="1" dirty="0">
                <a:solidFill>
                  <a:srgbClr val="FFFF00"/>
                </a:solidFill>
              </a:rPr>
              <a:t>sectors</a:t>
            </a:r>
            <a:r>
              <a:rPr lang="en-GB" dirty="0">
                <a:solidFill>
                  <a:srgbClr val="FFFF00"/>
                </a:solidFill>
              </a:rPr>
              <a:t>. </a:t>
            </a:r>
          </a:p>
          <a:p>
            <a:pPr lvl="1"/>
            <a:r>
              <a:rPr lang="en-GB" dirty="0"/>
              <a:t>The magnetic surface of the hard disc drive is contains tiny magnetic regions known as </a:t>
            </a:r>
            <a:r>
              <a:rPr lang="en-GB" b="1" dirty="0">
                <a:solidFill>
                  <a:srgbClr val="FFFF00"/>
                </a:solidFill>
              </a:rPr>
              <a:t>domains</a:t>
            </a:r>
            <a:r>
              <a:rPr lang="en-GB" dirty="0"/>
              <a:t> and each domain can be magnetised on one of two polarities to represent 1 or 0. Domains are invisible to the human eye.</a:t>
            </a:r>
          </a:p>
        </p:txBody>
      </p:sp>
    </p:spTree>
    <p:extLst>
      <p:ext uri="{BB962C8B-B14F-4D97-AF65-F5344CB8AC3E}">
        <p14:creationId xmlns:p14="http://schemas.microsoft.com/office/powerpoint/2010/main" val="6766087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4117F85-9317-DC1B-F543-1531F290EFDB}"/>
              </a:ext>
            </a:extLst>
          </p:cNvPr>
          <p:cNvSpPr>
            <a:spLocks noGrp="1"/>
          </p:cNvSpPr>
          <p:nvPr>
            <p:ph type="title"/>
          </p:nvPr>
        </p:nvSpPr>
        <p:spPr>
          <a:xfrm>
            <a:off x="838200" y="365125"/>
            <a:ext cx="10515600" cy="1325563"/>
          </a:xfrm>
        </p:spPr>
        <p:txBody>
          <a:bodyPr/>
          <a:lstStyle/>
          <a:p>
            <a:r>
              <a:rPr lang="en-GB" dirty="0"/>
              <a:t>Defragmentation</a:t>
            </a:r>
          </a:p>
        </p:txBody>
      </p:sp>
      <p:grpSp>
        <p:nvGrpSpPr>
          <p:cNvPr id="6" name="Group 5">
            <a:extLst>
              <a:ext uri="{FF2B5EF4-FFF2-40B4-BE49-F238E27FC236}">
                <a16:creationId xmlns:a16="http://schemas.microsoft.com/office/drawing/2014/main" id="{1DBADD48-13E7-CAA3-D54C-8F18816438A2}"/>
              </a:ext>
            </a:extLst>
          </p:cNvPr>
          <p:cNvGrpSpPr/>
          <p:nvPr/>
        </p:nvGrpSpPr>
        <p:grpSpPr>
          <a:xfrm>
            <a:off x="6147012" y="1027906"/>
            <a:ext cx="3543300" cy="5114926"/>
            <a:chOff x="7414193" y="582614"/>
            <a:chExt cx="3543300" cy="5114926"/>
          </a:xfrm>
        </p:grpSpPr>
        <p:pic>
          <p:nvPicPr>
            <p:cNvPr id="7" name="Picture 2" descr="Hard Drive - Openclipart">
              <a:extLst>
                <a:ext uri="{FF2B5EF4-FFF2-40B4-BE49-F238E27FC236}">
                  <a16:creationId xmlns:a16="http://schemas.microsoft.com/office/drawing/2014/main" id="{C743C5FC-B778-1EAC-1A6D-0275EA804C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4193" y="582614"/>
              <a:ext cx="3543300" cy="511492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731FE09-FDF7-23A5-B336-C8553D1451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6643" y="853736"/>
              <a:ext cx="3038400" cy="3038400"/>
            </a:xfrm>
            <a:prstGeom prst="rect">
              <a:avLst/>
            </a:prstGeom>
          </p:spPr>
        </p:pic>
      </p:grpSp>
      <p:sp>
        <p:nvSpPr>
          <p:cNvPr id="9" name="Rectangle 8">
            <a:extLst>
              <a:ext uri="{FF2B5EF4-FFF2-40B4-BE49-F238E27FC236}">
                <a16:creationId xmlns:a16="http://schemas.microsoft.com/office/drawing/2014/main" id="{90588FBE-B32B-ABBD-DCCF-2E9481A07363}"/>
              </a:ext>
            </a:extLst>
          </p:cNvPr>
          <p:cNvSpPr/>
          <p:nvPr/>
        </p:nvSpPr>
        <p:spPr>
          <a:xfrm>
            <a:off x="6298038" y="404321"/>
            <a:ext cx="3241248" cy="571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Hard drive</a:t>
            </a:r>
          </a:p>
        </p:txBody>
      </p:sp>
      <p:sp>
        <p:nvSpPr>
          <p:cNvPr id="10" name="Rectangle 9">
            <a:extLst>
              <a:ext uri="{FF2B5EF4-FFF2-40B4-BE49-F238E27FC236}">
                <a16:creationId xmlns:a16="http://schemas.microsoft.com/office/drawing/2014/main" id="{AEEAED7D-296C-BFA7-2FB7-44356F2F7FEC}"/>
              </a:ext>
            </a:extLst>
          </p:cNvPr>
          <p:cNvSpPr/>
          <p:nvPr/>
        </p:nvSpPr>
        <p:spPr>
          <a:xfrm>
            <a:off x="9817100" y="1119642"/>
            <a:ext cx="2204434" cy="571046"/>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TRACK</a:t>
            </a:r>
          </a:p>
        </p:txBody>
      </p:sp>
      <p:pic>
        <p:nvPicPr>
          <p:cNvPr id="11" name="Picture 10">
            <a:extLst>
              <a:ext uri="{FF2B5EF4-FFF2-40B4-BE49-F238E27FC236}">
                <a16:creationId xmlns:a16="http://schemas.microsoft.com/office/drawing/2014/main" id="{2C62746E-E428-BA82-B9B0-417CB6EACA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99292" y="1299028"/>
            <a:ext cx="3038400" cy="3038400"/>
          </a:xfrm>
          <a:prstGeom prst="rect">
            <a:avLst/>
          </a:prstGeom>
        </p:spPr>
      </p:pic>
      <p:pic>
        <p:nvPicPr>
          <p:cNvPr id="12" name="Picture 11">
            <a:extLst>
              <a:ext uri="{FF2B5EF4-FFF2-40B4-BE49-F238E27FC236}">
                <a16:creationId xmlns:a16="http://schemas.microsoft.com/office/drawing/2014/main" id="{5E40B574-7341-F122-C5B4-9ED3FDFB67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13938" y="1299028"/>
            <a:ext cx="3038400" cy="3038400"/>
          </a:xfrm>
          <a:prstGeom prst="rect">
            <a:avLst/>
          </a:prstGeom>
        </p:spPr>
      </p:pic>
      <p:sp>
        <p:nvSpPr>
          <p:cNvPr id="13" name="Rectangle 12">
            <a:extLst>
              <a:ext uri="{FF2B5EF4-FFF2-40B4-BE49-F238E27FC236}">
                <a16:creationId xmlns:a16="http://schemas.microsoft.com/office/drawing/2014/main" id="{C916D223-C969-F5BE-ABE4-A2EED1EED423}"/>
              </a:ext>
            </a:extLst>
          </p:cNvPr>
          <p:cNvSpPr/>
          <p:nvPr/>
        </p:nvSpPr>
        <p:spPr>
          <a:xfrm>
            <a:off x="9817100" y="1874159"/>
            <a:ext cx="2216001" cy="571046"/>
          </a:xfrm>
          <a:prstGeom prst="rect">
            <a:avLst/>
          </a:prstGeom>
          <a:solidFill>
            <a:schemeClr val="accent2">
              <a:lumMod val="20000"/>
              <a:lumOff val="80000"/>
            </a:scheme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Track sector</a:t>
            </a:r>
          </a:p>
        </p:txBody>
      </p:sp>
      <p:sp>
        <p:nvSpPr>
          <p:cNvPr id="14" name="Rectangle 13">
            <a:extLst>
              <a:ext uri="{FF2B5EF4-FFF2-40B4-BE49-F238E27FC236}">
                <a16:creationId xmlns:a16="http://schemas.microsoft.com/office/drawing/2014/main" id="{276D09D3-5A47-335C-2FCA-A42FEA0BD117}"/>
              </a:ext>
            </a:extLst>
          </p:cNvPr>
          <p:cNvSpPr/>
          <p:nvPr/>
        </p:nvSpPr>
        <p:spPr>
          <a:xfrm>
            <a:off x="9817100" y="2638842"/>
            <a:ext cx="2204434" cy="571046"/>
          </a:xfrm>
          <a:prstGeom prst="rect">
            <a:avLst/>
          </a:prstGeom>
          <a:solidFill>
            <a:schemeClr val="accent1">
              <a:lumMod val="20000"/>
              <a:lumOff val="80000"/>
            </a:schemeClr>
          </a:solidFill>
          <a:ln w="38100">
            <a:solidFill>
              <a:srgbClr val="85DCE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Cluster</a:t>
            </a:r>
          </a:p>
        </p:txBody>
      </p:sp>
      <p:pic>
        <p:nvPicPr>
          <p:cNvPr id="15" name="Picture 14">
            <a:extLst>
              <a:ext uri="{FF2B5EF4-FFF2-40B4-BE49-F238E27FC236}">
                <a16:creationId xmlns:a16="http://schemas.microsoft.com/office/drawing/2014/main" id="{E1FA81A5-731A-4139-DC39-373C8D924A1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13768" y="1299028"/>
            <a:ext cx="3038400" cy="3038400"/>
          </a:xfrm>
          <a:prstGeom prst="rect">
            <a:avLst/>
          </a:prstGeom>
        </p:spPr>
      </p:pic>
      <p:pic>
        <p:nvPicPr>
          <p:cNvPr id="16" name="Picture 15">
            <a:extLst>
              <a:ext uri="{FF2B5EF4-FFF2-40B4-BE49-F238E27FC236}">
                <a16:creationId xmlns:a16="http://schemas.microsoft.com/office/drawing/2014/main" id="{F35BB03D-0649-8B66-B725-962E0DDEC05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13768" y="1299028"/>
            <a:ext cx="3038400" cy="3038400"/>
          </a:xfrm>
          <a:prstGeom prst="rect">
            <a:avLst/>
          </a:prstGeom>
        </p:spPr>
      </p:pic>
      <p:sp>
        <p:nvSpPr>
          <p:cNvPr id="17" name="Rectangle 16">
            <a:extLst>
              <a:ext uri="{FF2B5EF4-FFF2-40B4-BE49-F238E27FC236}">
                <a16:creationId xmlns:a16="http://schemas.microsoft.com/office/drawing/2014/main" id="{C77F1753-B68F-EFCA-AD11-0B8E0F448720}"/>
              </a:ext>
            </a:extLst>
          </p:cNvPr>
          <p:cNvSpPr/>
          <p:nvPr/>
        </p:nvSpPr>
        <p:spPr>
          <a:xfrm>
            <a:off x="9817100" y="3345714"/>
            <a:ext cx="2204434" cy="571046"/>
          </a:xfrm>
          <a:prstGeom prst="rect">
            <a:avLst/>
          </a:prstGeom>
          <a:solidFill>
            <a:schemeClr val="accent6">
              <a:lumMod val="20000"/>
              <a:lumOff val="8000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Disk Sector</a:t>
            </a:r>
          </a:p>
        </p:txBody>
      </p:sp>
      <p:pic>
        <p:nvPicPr>
          <p:cNvPr id="18" name="Picture 17">
            <a:extLst>
              <a:ext uri="{FF2B5EF4-FFF2-40B4-BE49-F238E27FC236}">
                <a16:creationId xmlns:a16="http://schemas.microsoft.com/office/drawing/2014/main" id="{9BFE4C44-8A75-7AFE-E58B-AA928B98676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0995178">
            <a:off x="6402715" y="1299028"/>
            <a:ext cx="3038400" cy="3038400"/>
          </a:xfrm>
          <a:prstGeom prst="rect">
            <a:avLst/>
          </a:prstGeom>
        </p:spPr>
      </p:pic>
      <p:sp>
        <p:nvSpPr>
          <p:cNvPr id="19" name="Rectangle 18">
            <a:extLst>
              <a:ext uri="{FF2B5EF4-FFF2-40B4-BE49-F238E27FC236}">
                <a16:creationId xmlns:a16="http://schemas.microsoft.com/office/drawing/2014/main" id="{3D3E9D15-EB09-FE06-AA04-52F00F4E4DA7}"/>
              </a:ext>
            </a:extLst>
          </p:cNvPr>
          <p:cNvSpPr/>
          <p:nvPr/>
        </p:nvSpPr>
        <p:spPr>
          <a:xfrm>
            <a:off x="9817100" y="4052586"/>
            <a:ext cx="2204434" cy="684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Fragmented Disk</a:t>
            </a:r>
          </a:p>
        </p:txBody>
      </p:sp>
      <p:pic>
        <p:nvPicPr>
          <p:cNvPr id="20" name="Picture 19">
            <a:extLst>
              <a:ext uri="{FF2B5EF4-FFF2-40B4-BE49-F238E27FC236}">
                <a16:creationId xmlns:a16="http://schemas.microsoft.com/office/drawing/2014/main" id="{D610DB8D-8E3C-D2F5-2E1D-295D83F3056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399122" y="1291488"/>
            <a:ext cx="3036886" cy="3036886"/>
          </a:xfrm>
          <a:prstGeom prst="rect">
            <a:avLst/>
          </a:prstGeom>
        </p:spPr>
      </p:pic>
      <p:sp>
        <p:nvSpPr>
          <p:cNvPr id="21" name="Rectangle 20">
            <a:extLst>
              <a:ext uri="{FF2B5EF4-FFF2-40B4-BE49-F238E27FC236}">
                <a16:creationId xmlns:a16="http://schemas.microsoft.com/office/drawing/2014/main" id="{E3E94130-B7E4-AC29-B314-074288DC42D8}"/>
              </a:ext>
            </a:extLst>
          </p:cNvPr>
          <p:cNvSpPr/>
          <p:nvPr/>
        </p:nvSpPr>
        <p:spPr>
          <a:xfrm>
            <a:off x="9817100" y="4872926"/>
            <a:ext cx="2216001" cy="684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Defragmented Disk</a:t>
            </a:r>
          </a:p>
        </p:txBody>
      </p:sp>
      <p:pic>
        <p:nvPicPr>
          <p:cNvPr id="22" name="Picture 2" descr="Hard Drive - Openclipart">
            <a:extLst>
              <a:ext uri="{FF2B5EF4-FFF2-40B4-BE49-F238E27FC236}">
                <a16:creationId xmlns:a16="http://schemas.microsoft.com/office/drawing/2014/main" id="{5424491C-F8BB-05DD-3186-C2F0D7EC030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46532"/>
          <a:stretch/>
        </p:blipFill>
        <p:spPr bwMode="auto">
          <a:xfrm>
            <a:off x="6147012" y="3415505"/>
            <a:ext cx="3543300" cy="273486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13A1D207-B4DD-1C67-4911-9BF519AF8516}"/>
              </a:ext>
            </a:extLst>
          </p:cNvPr>
          <p:cNvSpPr/>
          <p:nvPr/>
        </p:nvSpPr>
        <p:spPr>
          <a:xfrm>
            <a:off x="6298038" y="6243790"/>
            <a:ext cx="2134762" cy="525310"/>
          </a:xfrm>
          <a:prstGeom prst="rect">
            <a:avLst/>
          </a:prstGeom>
          <a:solidFill>
            <a:schemeClr val="bg1">
              <a:lumMod val="9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LEMON MILK" panose="00000500000000000000" pitchFamily="50" charset="0"/>
              </a:rPr>
              <a:t>The Drive head</a:t>
            </a:r>
          </a:p>
        </p:txBody>
      </p:sp>
      <p:cxnSp>
        <p:nvCxnSpPr>
          <p:cNvPr id="24" name="Straight Arrow Connector 23">
            <a:extLst>
              <a:ext uri="{FF2B5EF4-FFF2-40B4-BE49-F238E27FC236}">
                <a16:creationId xmlns:a16="http://schemas.microsoft.com/office/drawing/2014/main" id="{1E0B01A4-9EE0-EDBE-0BFE-2DD749B5E772}"/>
              </a:ext>
            </a:extLst>
          </p:cNvPr>
          <p:cNvCxnSpPr/>
          <p:nvPr/>
        </p:nvCxnSpPr>
        <p:spPr>
          <a:xfrm flipV="1">
            <a:off x="7531100" y="4421188"/>
            <a:ext cx="317500" cy="182260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ounded Rectangle 25">
            <a:extLst>
              <a:ext uri="{FF2B5EF4-FFF2-40B4-BE49-F238E27FC236}">
                <a16:creationId xmlns:a16="http://schemas.microsoft.com/office/drawing/2014/main" id="{AEA9CD70-0526-13BE-8C83-D1930BA5E4BB}"/>
              </a:ext>
            </a:extLst>
          </p:cNvPr>
          <p:cNvSpPr/>
          <p:nvPr/>
        </p:nvSpPr>
        <p:spPr>
          <a:xfrm>
            <a:off x="152400" y="161926"/>
            <a:ext cx="1619250" cy="203199"/>
          </a:xfrm>
          <a:prstGeom prst="roundRect">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accent2">
                    <a:lumMod val="50000"/>
                  </a:schemeClr>
                </a:solidFill>
                <a:latin typeface="LEMON MILK" panose="00000500000000000000" pitchFamily="50" charset="0"/>
              </a:rPr>
              <a:t>System Software</a:t>
            </a:r>
          </a:p>
        </p:txBody>
      </p:sp>
    </p:spTree>
    <p:extLst>
      <p:ext uri="{BB962C8B-B14F-4D97-AF65-F5344CB8AC3E}">
        <p14:creationId xmlns:p14="http://schemas.microsoft.com/office/powerpoint/2010/main" val="380050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11"/>
                                        </p:tgtEl>
                                      </p:cBhvr>
                                    </p:animEffect>
                                    <p:set>
                                      <p:cBhvr>
                                        <p:cTn id="15" dur="1" fill="hold">
                                          <p:stCondLst>
                                            <p:cond delay="499"/>
                                          </p:stCondLst>
                                        </p:cTn>
                                        <p:tgtEl>
                                          <p:spTgt spid="11"/>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500"/>
                                        <p:tgtEl>
                                          <p:spTgt spid="10"/>
                                        </p:tgtEl>
                                      </p:cBhvr>
                                    </p:animEffect>
                                    <p:set>
                                      <p:cBhvr>
                                        <p:cTn id="18" dur="1" fill="hold">
                                          <p:stCondLst>
                                            <p:cond delay="499"/>
                                          </p:stCondLst>
                                        </p:cTn>
                                        <p:tgtEl>
                                          <p:spTgt spid="10"/>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12"/>
                                        </p:tgtEl>
                                      </p:cBhvr>
                                    </p:animEffect>
                                    <p:set>
                                      <p:cBhvr>
                                        <p:cTn id="29" dur="1" fill="hold">
                                          <p:stCondLst>
                                            <p:cond delay="499"/>
                                          </p:stCondLst>
                                        </p:cTn>
                                        <p:tgtEl>
                                          <p:spTgt spid="12"/>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xit" presetSubtype="0" fill="hold" grpId="1" nodeType="withEffect">
                                  <p:stCondLst>
                                    <p:cond delay="0"/>
                                  </p:stCondLst>
                                  <p:childTnLst>
                                    <p:animEffect transition="out" filter="fade">
                                      <p:cBhvr>
                                        <p:cTn id="45" dur="500"/>
                                        <p:tgtEl>
                                          <p:spTgt spid="14"/>
                                        </p:tgtEl>
                                      </p:cBhvr>
                                    </p:animEffect>
                                    <p:set>
                                      <p:cBhvr>
                                        <p:cTn id="46" dur="1" fill="hold">
                                          <p:stCondLst>
                                            <p:cond delay="499"/>
                                          </p:stCondLst>
                                        </p:cTn>
                                        <p:tgtEl>
                                          <p:spTgt spid="14"/>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15"/>
                                        </p:tgtEl>
                                      </p:cBhvr>
                                    </p:animEffect>
                                    <p:set>
                                      <p:cBhvr>
                                        <p:cTn id="49" dur="1" fill="hold">
                                          <p:stCondLst>
                                            <p:cond delay="499"/>
                                          </p:stCondLst>
                                        </p:cTn>
                                        <p:tgtEl>
                                          <p:spTgt spid="15"/>
                                        </p:tgtEl>
                                        <p:attrNameLst>
                                          <p:attrName>style.visibility</p:attrName>
                                        </p:attrNameLst>
                                      </p:cBhvr>
                                      <p:to>
                                        <p:strVal val="hidden"/>
                                      </p:to>
                                    </p:se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16"/>
                                        </p:tgtEl>
                                      </p:cBhvr>
                                    </p:animEffect>
                                    <p:set>
                                      <p:cBhvr>
                                        <p:cTn id="57" dur="1" fill="hold">
                                          <p:stCondLst>
                                            <p:cond delay="499"/>
                                          </p:stCondLst>
                                        </p:cTn>
                                        <p:tgtEl>
                                          <p:spTgt spid="16"/>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17"/>
                                        </p:tgtEl>
                                      </p:cBhvr>
                                    </p:animEffect>
                                    <p:set>
                                      <p:cBhvr>
                                        <p:cTn id="60" dur="1" fill="hold">
                                          <p:stCondLst>
                                            <p:cond delay="499"/>
                                          </p:stCondLst>
                                        </p:cTn>
                                        <p:tgtEl>
                                          <p:spTgt spid="17"/>
                                        </p:tgtEl>
                                        <p:attrNameLst>
                                          <p:attrName>style.visibility</p:attrName>
                                        </p:attrNameLst>
                                      </p:cBhvr>
                                      <p:to>
                                        <p:strVal val="hidden"/>
                                      </p:to>
                                    </p:set>
                                  </p:childTnLst>
                                </p:cTn>
                              </p:par>
                              <p:par>
                                <p:cTn id="61" presetID="10" presetClass="entr" presetSubtype="0"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xit" presetSubtype="0" fill="hold" grpId="1" nodeType="clickEffect">
                                  <p:stCondLst>
                                    <p:cond delay="0"/>
                                  </p:stCondLst>
                                  <p:childTnLst>
                                    <p:animEffect transition="out" filter="fade">
                                      <p:cBhvr>
                                        <p:cTn id="70" dur="500"/>
                                        <p:tgtEl>
                                          <p:spTgt spid="19"/>
                                        </p:tgtEl>
                                      </p:cBhvr>
                                    </p:animEffect>
                                    <p:set>
                                      <p:cBhvr>
                                        <p:cTn id="71" dur="1" fill="hold">
                                          <p:stCondLst>
                                            <p:cond delay="499"/>
                                          </p:stCondLst>
                                        </p:cTn>
                                        <p:tgtEl>
                                          <p:spTgt spid="19"/>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500"/>
                                        <p:tgtEl>
                                          <p:spTgt spid="18"/>
                                        </p:tgtEl>
                                      </p:cBhvr>
                                    </p:animEffect>
                                    <p:set>
                                      <p:cBhvr>
                                        <p:cTn id="74" dur="1" fill="hold">
                                          <p:stCondLst>
                                            <p:cond delay="499"/>
                                          </p:stCondLst>
                                        </p:cTn>
                                        <p:tgtEl>
                                          <p:spTgt spid="18"/>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p:tgtEl>
                                          <p:spTgt spid="2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3" grpId="0" animBg="1"/>
      <p:bldP spid="13" grpId="1" animBg="1"/>
      <p:bldP spid="14" grpId="0" animBg="1"/>
      <p:bldP spid="14" grpId="1" animBg="1"/>
      <p:bldP spid="17" grpId="0" animBg="1"/>
      <p:bldP spid="17" grpId="1" animBg="1"/>
      <p:bldP spid="19" grpId="0" animBg="1"/>
      <p:bldP spid="19" grpId="1" animBg="1"/>
      <p:bldP spid="2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809968" y="1989946"/>
            <a:ext cx="10572064" cy="3197196"/>
          </a:xfrm>
          <a:prstGeom prst="rect">
            <a:avLst/>
          </a:prstGeom>
        </p:spPr>
      </p:pic>
    </p:spTree>
    <p:extLst>
      <p:ext uri="{BB962C8B-B14F-4D97-AF65-F5344CB8AC3E}">
        <p14:creationId xmlns:p14="http://schemas.microsoft.com/office/powerpoint/2010/main" val="619673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The data is stored in a very orderly pattern the disc surface. Bits of data are arranged in concentric, circular paths called tracks. Each track is broken up into smaller areas called sectors; forming a block of data.  When the contents of the disc are being updated data is transferred between the processor and the disc in sectors.  Each sector can be accessed randomly using read/write heads which move backwards and forwards across the disc.  The disc rotates underneath the read/write heads.</a:t>
            </a:r>
          </a:p>
          <a:p>
            <a:endParaRPr lang="en-GB" dirty="0"/>
          </a:p>
        </p:txBody>
      </p:sp>
    </p:spTree>
    <p:extLst>
      <p:ext uri="{BB962C8B-B14F-4D97-AF65-F5344CB8AC3E}">
        <p14:creationId xmlns:p14="http://schemas.microsoft.com/office/powerpoint/2010/main" val="25613781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p:cNvPicPr>
          <p:nvPr>
            <p:ph idx="1"/>
          </p:nvPr>
        </p:nvPicPr>
        <p:blipFill rotWithShape="1">
          <a:blip r:embed="rId2"/>
          <a:srcRect l="18848" t="27832" r="23429" b="23510"/>
          <a:stretch/>
        </p:blipFill>
        <p:spPr bwMode="auto">
          <a:xfrm>
            <a:off x="4421268" y="1027906"/>
            <a:ext cx="7344411" cy="3497578"/>
          </a:xfrm>
          <a:prstGeom prst="rect">
            <a:avLst/>
          </a:prstGeom>
          <a:ln>
            <a:noFill/>
          </a:ln>
          <a:extLst>
            <a:ext uri="{53640926-AAD7-44D8-BBD7-CCE9431645EC}">
              <a14:shadowObscured xmlns:a14="http://schemas.microsoft.com/office/drawing/2010/main"/>
            </a:ext>
          </a:extLst>
        </p:spPr>
      </p:pic>
      <p:sp>
        <p:nvSpPr>
          <p:cNvPr id="5" name="Content Placeholder 2"/>
          <p:cNvSpPr txBox="1">
            <a:spLocks/>
          </p:cNvSpPr>
          <p:nvPr/>
        </p:nvSpPr>
        <p:spPr>
          <a:xfrm>
            <a:off x="838200" y="4525484"/>
            <a:ext cx="10927479" cy="19950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The hard drive inside your computer will have an assembly of hard disc surfaces (called platters).  Most hard discs will have more than one platter to increase the storage capacity of the device.  The drive shown here has three platters and six read/write heads so data can be read from and written to all surfaces in the disc pack. </a:t>
            </a:r>
            <a:endParaRPr lang="en-GB" dirty="0"/>
          </a:p>
        </p:txBody>
      </p:sp>
    </p:spTree>
    <p:extLst>
      <p:ext uri="{BB962C8B-B14F-4D97-AF65-F5344CB8AC3E}">
        <p14:creationId xmlns:p14="http://schemas.microsoft.com/office/powerpoint/2010/main" val="31687485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4" name="Content Placeholder 3"/>
          <p:cNvSpPr>
            <a:spLocks noGrp="1"/>
          </p:cNvSpPr>
          <p:nvPr>
            <p:ph idx="1"/>
          </p:nvPr>
        </p:nvSpPr>
        <p:spPr>
          <a:xfrm>
            <a:off x="306186" y="1975254"/>
            <a:ext cx="6244244" cy="4351338"/>
          </a:xfrm>
        </p:spPr>
        <p:txBody>
          <a:bodyPr/>
          <a:lstStyle/>
          <a:p>
            <a:r>
              <a:rPr lang="en-GB" dirty="0"/>
              <a:t>The read/write heads are on a fixed assembly unit which means all of the read/write heads move in and out at the same time.  Before data can be stored on the surface of a disc it is processed first using a complex mathematical formula to determine the location for storage.  All of the read/write heads will move into place and the read/write operation can then take place.</a:t>
            </a:r>
          </a:p>
          <a:p>
            <a:endParaRPr lang="en-GB" dirty="0"/>
          </a:p>
        </p:txBody>
      </p:sp>
      <p:pic>
        <p:nvPicPr>
          <p:cNvPr id="5" name="Picture 4"/>
          <p:cNvPicPr>
            <a:picLocks noChangeAspect="1"/>
          </p:cNvPicPr>
          <p:nvPr/>
        </p:nvPicPr>
        <p:blipFill>
          <a:blip r:embed="rId2"/>
          <a:stretch>
            <a:fillRect/>
          </a:stretch>
        </p:blipFill>
        <p:spPr>
          <a:xfrm>
            <a:off x="6550430" y="2177935"/>
            <a:ext cx="5520052" cy="3386757"/>
          </a:xfrm>
          <a:prstGeom prst="rect">
            <a:avLst/>
          </a:prstGeom>
        </p:spPr>
      </p:pic>
    </p:spTree>
    <p:extLst>
      <p:ext uri="{BB962C8B-B14F-4D97-AF65-F5344CB8AC3E}">
        <p14:creationId xmlns:p14="http://schemas.microsoft.com/office/powerpoint/2010/main" val="27005101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5270268" y="1825625"/>
            <a:ext cx="6083531" cy="4351338"/>
          </a:xfrm>
        </p:spPr>
        <p:txBody>
          <a:bodyPr/>
          <a:lstStyle/>
          <a:p>
            <a:r>
              <a:rPr lang="en-GB" dirty="0"/>
              <a:t>During the write process as one track on a disc surface fills up the corresponding track on the surface underneath will be used to record the rest of the data associated with that file; building up what is known as a cylinder of data or a seek area.</a:t>
            </a:r>
          </a:p>
          <a:p>
            <a:endParaRPr lang="en-GB" dirty="0"/>
          </a:p>
        </p:txBody>
      </p:sp>
      <p:pic>
        <p:nvPicPr>
          <p:cNvPr id="4" name="Picture 3" descr="hd4"/>
          <p:cNvPicPr/>
          <p:nvPr/>
        </p:nvPicPr>
        <p:blipFill>
          <a:blip r:embed="rId2">
            <a:extLst>
              <a:ext uri="{28A0092B-C50C-407E-A947-70E740481C1C}">
                <a14:useLocalDpi xmlns:a14="http://schemas.microsoft.com/office/drawing/2010/main" val="0"/>
              </a:ext>
            </a:extLst>
          </a:blip>
          <a:srcRect/>
          <a:stretch>
            <a:fillRect/>
          </a:stretch>
        </p:blipFill>
        <p:spPr bwMode="auto">
          <a:xfrm>
            <a:off x="166255" y="1825625"/>
            <a:ext cx="5104013" cy="4393261"/>
          </a:xfrm>
          <a:prstGeom prst="rect">
            <a:avLst/>
          </a:prstGeom>
          <a:noFill/>
          <a:ln>
            <a:noFill/>
          </a:ln>
        </p:spPr>
      </p:pic>
    </p:spTree>
    <p:extLst>
      <p:ext uri="{BB962C8B-B14F-4D97-AF65-F5344CB8AC3E}">
        <p14:creationId xmlns:p14="http://schemas.microsoft.com/office/powerpoint/2010/main" val="18371465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There are two types of hard disks (standards):</a:t>
            </a:r>
            <a:r>
              <a:rPr lang="en-GB" dirty="0"/>
              <a:t> </a:t>
            </a:r>
          </a:p>
        </p:txBody>
      </p:sp>
      <p:sp>
        <p:nvSpPr>
          <p:cNvPr id="3" name="Content Placeholder 2"/>
          <p:cNvSpPr>
            <a:spLocks noGrp="1"/>
          </p:cNvSpPr>
          <p:nvPr>
            <p:ph idx="1"/>
          </p:nvPr>
        </p:nvSpPr>
        <p:spPr>
          <a:xfrm>
            <a:off x="838200" y="1825625"/>
            <a:ext cx="10749742" cy="4774680"/>
          </a:xfrm>
        </p:spPr>
        <p:txBody>
          <a:bodyPr>
            <a:normAutofit lnSpcReduction="10000"/>
          </a:bodyPr>
          <a:lstStyle/>
          <a:p>
            <a:r>
              <a:rPr lang="en-GB" b="1" dirty="0"/>
              <a:t>IDE (Integrated Device Electronics)</a:t>
            </a:r>
            <a:r>
              <a:rPr lang="en-GB" dirty="0"/>
              <a:t> </a:t>
            </a:r>
          </a:p>
          <a:p>
            <a:pPr lvl="1"/>
            <a:r>
              <a:rPr lang="en-GB" dirty="0"/>
              <a:t>Standard interface in PC's</a:t>
            </a:r>
          </a:p>
          <a:p>
            <a:pPr lvl="1"/>
            <a:r>
              <a:rPr lang="en-GB" dirty="0"/>
              <a:t>More common than SCSI</a:t>
            </a:r>
          </a:p>
          <a:p>
            <a:pPr lvl="1"/>
            <a:r>
              <a:rPr lang="en-GB" dirty="0"/>
              <a:t>Cheaper and slower than SCSI</a:t>
            </a:r>
          </a:p>
          <a:p>
            <a:pPr lvl="1"/>
            <a:r>
              <a:rPr lang="en-GB" dirty="0"/>
              <a:t>IDE is by far the most common standard, because it is 'good enough' for most purposes. However, if you wish for high speed and a more robust \ reliable system then SCSI offers an alternative. </a:t>
            </a:r>
          </a:p>
          <a:p>
            <a:r>
              <a:rPr lang="en-GB" b="1" dirty="0"/>
              <a:t>SCSI (Small Computer Systems Interface)</a:t>
            </a:r>
            <a:r>
              <a:rPr lang="en-GB" dirty="0"/>
              <a:t> </a:t>
            </a:r>
          </a:p>
          <a:p>
            <a:pPr lvl="1"/>
            <a:r>
              <a:rPr lang="en-GB" dirty="0"/>
              <a:t>Faster - high speed of transfer than IDE</a:t>
            </a:r>
          </a:p>
          <a:p>
            <a:pPr lvl="1"/>
            <a:r>
              <a:rPr lang="en-GB" dirty="0"/>
              <a:t>More reliable than IDE</a:t>
            </a:r>
          </a:p>
          <a:p>
            <a:pPr lvl="1"/>
            <a:r>
              <a:rPr lang="en-GB" dirty="0"/>
              <a:t>Specialist card required</a:t>
            </a:r>
          </a:p>
          <a:p>
            <a:pPr lvl="1"/>
            <a:r>
              <a:rPr lang="en-GB" dirty="0"/>
              <a:t>More expensive than IDE.</a:t>
            </a:r>
          </a:p>
          <a:p>
            <a:endParaRPr lang="en-GB" dirty="0"/>
          </a:p>
        </p:txBody>
      </p:sp>
    </p:spTree>
    <p:extLst>
      <p:ext uri="{BB962C8B-B14F-4D97-AF65-F5344CB8AC3E}">
        <p14:creationId xmlns:p14="http://schemas.microsoft.com/office/powerpoint/2010/main" val="19198930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Using hard disks as a storage media</a:t>
            </a:r>
            <a:r>
              <a:rPr lang="en-GB" dirty="0"/>
              <a:t>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73652455"/>
              </p:ext>
            </p:extLst>
          </p:nvPr>
        </p:nvGraphicFramePr>
        <p:xfrm>
          <a:off x="838200" y="1526367"/>
          <a:ext cx="10633364" cy="4810414"/>
        </p:xfrm>
        <a:graphic>
          <a:graphicData uri="http://schemas.openxmlformats.org/drawingml/2006/table">
            <a:tbl>
              <a:tblPr firstRow="1" bandRow="1">
                <a:tableStyleId>{5C22544A-7EE6-4342-B048-85BDC9FD1C3A}</a:tableStyleId>
              </a:tblPr>
              <a:tblGrid>
                <a:gridCol w="5316682">
                  <a:extLst>
                    <a:ext uri="{9D8B030D-6E8A-4147-A177-3AD203B41FA5}">
                      <a16:colId xmlns:a16="http://schemas.microsoft.com/office/drawing/2014/main" val="20000"/>
                    </a:ext>
                  </a:extLst>
                </a:gridCol>
                <a:gridCol w="5316682">
                  <a:extLst>
                    <a:ext uri="{9D8B030D-6E8A-4147-A177-3AD203B41FA5}">
                      <a16:colId xmlns:a16="http://schemas.microsoft.com/office/drawing/2014/main" val="20001"/>
                    </a:ext>
                  </a:extLst>
                </a:gridCol>
              </a:tblGrid>
              <a:tr h="484967">
                <a:tc>
                  <a:txBody>
                    <a:bodyPr/>
                    <a:lstStyle/>
                    <a:p>
                      <a:r>
                        <a:rPr lang="en-GB" dirty="0"/>
                        <a:t>Advantages</a:t>
                      </a:r>
                    </a:p>
                  </a:txBody>
                  <a:tcPr/>
                </a:tc>
                <a:tc>
                  <a:txBody>
                    <a:bodyPr/>
                    <a:lstStyle/>
                    <a:p>
                      <a:r>
                        <a:rPr lang="en-GB" dirty="0"/>
                        <a:t>Disadvantages</a:t>
                      </a:r>
                    </a:p>
                  </a:txBody>
                  <a:tcPr/>
                </a:tc>
                <a:extLst>
                  <a:ext uri="{0D108BD9-81ED-4DB2-BD59-A6C34878D82A}">
                    <a16:rowId xmlns:a16="http://schemas.microsoft.com/office/drawing/2014/main" val="10000"/>
                  </a:ext>
                </a:extLst>
              </a:tr>
              <a:tr h="4849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Large storage capacity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Hard disks eventually fail which stops the computer from working.</a:t>
                      </a:r>
                    </a:p>
                  </a:txBody>
                  <a:tcPr/>
                </a:tc>
                <a:extLst>
                  <a:ext uri="{0D108BD9-81ED-4DB2-BD59-A6C34878D82A}">
                    <a16:rowId xmlns:a16="http://schemas.microsoft.com/office/drawing/2014/main" val="10001"/>
                  </a:ext>
                </a:extLst>
              </a:tr>
              <a:tr h="484967">
                <a:tc>
                  <a:txBody>
                    <a:bodyPr/>
                    <a:lstStyle/>
                    <a:p>
                      <a:pPr lvl="0"/>
                      <a:r>
                        <a:rPr lang="en-GB" sz="1800" kern="1200" dirty="0">
                          <a:solidFill>
                            <a:schemeClr val="dk1"/>
                          </a:solidFill>
                          <a:effectLst/>
                          <a:latin typeface="+mn-lt"/>
                          <a:ea typeface="+mn-ea"/>
                          <a:cs typeface="+mn-cs"/>
                        </a:rPr>
                        <a:t>Stores and retrieves data much faster than a CD-ROM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Regular 'head' crashes damage the surface of the disk, leading to loss of data in that sector.</a:t>
                      </a:r>
                    </a:p>
                  </a:txBody>
                  <a:tcPr/>
                </a:tc>
                <a:extLst>
                  <a:ext uri="{0D108BD9-81ED-4DB2-BD59-A6C34878D82A}">
                    <a16:rowId xmlns:a16="http://schemas.microsoft.com/office/drawing/2014/main" val="10002"/>
                  </a:ext>
                </a:extLst>
              </a:tr>
              <a:tr h="4849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Data is not lost when you switch off the computer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The disk is fixed inside the computer and cannot easily be transferred to another computer.</a:t>
                      </a:r>
                    </a:p>
                  </a:txBody>
                  <a:tcPr/>
                </a:tc>
                <a:extLst>
                  <a:ext uri="{0D108BD9-81ED-4DB2-BD59-A6C34878D82A}">
                    <a16:rowId xmlns:a16="http://schemas.microsoft.com/office/drawing/2014/main" val="10003"/>
                  </a:ext>
                </a:extLst>
              </a:tr>
              <a:tr h="4849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Usually fixed inside the computer so cannot get mislaid.</a:t>
                      </a:r>
                    </a:p>
                  </a:txBody>
                  <a:tcPr/>
                </a:tc>
                <a:tc>
                  <a:txBody>
                    <a:bodyPr/>
                    <a:lstStyle/>
                    <a:p>
                      <a:endParaRPr lang="en-GB"/>
                    </a:p>
                  </a:txBody>
                  <a:tcPr/>
                </a:tc>
                <a:extLst>
                  <a:ext uri="{0D108BD9-81ED-4DB2-BD59-A6C34878D82A}">
                    <a16:rowId xmlns:a16="http://schemas.microsoft.com/office/drawing/2014/main" val="10004"/>
                  </a:ext>
                </a:extLst>
              </a:tr>
              <a:tr h="4849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Cheap on a cost per megabyte compared to other storage media.</a:t>
                      </a:r>
                    </a:p>
                  </a:txBody>
                  <a:tcPr/>
                </a:tc>
                <a:tc>
                  <a:txBody>
                    <a:bodyPr/>
                    <a:lstStyle/>
                    <a:p>
                      <a:endParaRPr lang="en-GB"/>
                    </a:p>
                  </a:txBody>
                  <a:tcPr/>
                </a:tc>
                <a:extLst>
                  <a:ext uri="{0D108BD9-81ED-4DB2-BD59-A6C34878D82A}">
                    <a16:rowId xmlns:a16="http://schemas.microsoft.com/office/drawing/2014/main" val="10005"/>
                  </a:ext>
                </a:extLst>
              </a:tr>
              <a:tr h="4849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Hard disks can be replaced and upgraded as necessary</a:t>
                      </a:r>
                    </a:p>
                  </a:txBody>
                  <a:tcPr/>
                </a:tc>
                <a:tc>
                  <a:txBody>
                    <a:bodyPr/>
                    <a:lstStyle/>
                    <a:p>
                      <a:endParaRPr lang="en-GB" dirty="0"/>
                    </a:p>
                  </a:txBody>
                  <a:tcPr/>
                </a:tc>
                <a:extLst>
                  <a:ext uri="{0D108BD9-81ED-4DB2-BD59-A6C34878D82A}">
                    <a16:rowId xmlns:a16="http://schemas.microsoft.com/office/drawing/2014/main" val="10006"/>
                  </a:ext>
                </a:extLst>
              </a:tr>
              <a:tr h="4849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Can have multiple hard disks in a machine, one can act as a mirror of the other and create a backup copy.</a:t>
                      </a:r>
                    </a:p>
                  </a:txBody>
                  <a:tcPr/>
                </a:tc>
                <a:tc>
                  <a:txBody>
                    <a:bodyPr/>
                    <a:lstStyle/>
                    <a:p>
                      <a:endParaRPr lang="en-GB"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400789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935" y="44964"/>
            <a:ext cx="10515600" cy="1325563"/>
          </a:xfrm>
        </p:spPr>
        <p:txBody>
          <a:bodyPr/>
          <a:lstStyle/>
          <a:p>
            <a:r>
              <a:rPr lang="en-GB" b="1" dirty="0"/>
              <a:t>Magnetic tapes come in two forms</a:t>
            </a:r>
            <a:endParaRPr lang="en-GB" dirty="0"/>
          </a:p>
        </p:txBody>
      </p:sp>
      <p:sp>
        <p:nvSpPr>
          <p:cNvPr id="3" name="Content Placeholder 2"/>
          <p:cNvSpPr>
            <a:spLocks noGrp="1"/>
          </p:cNvSpPr>
          <p:nvPr>
            <p:ph idx="1"/>
          </p:nvPr>
        </p:nvSpPr>
        <p:spPr>
          <a:xfrm>
            <a:off x="272935" y="1258828"/>
            <a:ext cx="10515600" cy="4351338"/>
          </a:xfrm>
        </p:spPr>
        <p:txBody>
          <a:bodyPr/>
          <a:lstStyle/>
          <a:p>
            <a:r>
              <a:rPr lang="en-GB" dirty="0"/>
              <a:t>Tape reels - these are fairly large and are usually used to back up data from mainframe computers.</a:t>
            </a:r>
          </a:p>
          <a:p>
            <a:r>
              <a:rPr lang="en-GB" dirty="0"/>
              <a:t>Cassettes or cartridges - these are fairly small in size but able to hold enough data to back up the data held on a personal computer or a small network.</a:t>
            </a:r>
          </a:p>
          <a:p>
            <a:endParaRPr lang="en-GB" dirty="0"/>
          </a:p>
          <a:p>
            <a:endParaRPr lang="en-GB" dirty="0"/>
          </a:p>
        </p:txBody>
      </p:sp>
      <p:pic>
        <p:nvPicPr>
          <p:cNvPr id="8" name="Picture 7"/>
          <p:cNvPicPr/>
          <p:nvPr/>
        </p:nvPicPr>
        <p:blipFill>
          <a:blip r:embed="rId2">
            <a:extLst>
              <a:ext uri="{28A0092B-C50C-407E-A947-70E740481C1C}">
                <a14:useLocalDpi xmlns:a14="http://schemas.microsoft.com/office/drawing/2010/main" val="0"/>
              </a:ext>
            </a:extLst>
          </a:blip>
          <a:srcRect/>
          <a:stretch/>
        </p:blipFill>
        <p:spPr bwMode="auto">
          <a:xfrm>
            <a:off x="8745791" y="3856224"/>
            <a:ext cx="3428208" cy="2469441"/>
          </a:xfrm>
          <a:prstGeom prst="rect">
            <a:avLst/>
          </a:prstGeom>
          <a:noFill/>
          <a:ln>
            <a:noFill/>
          </a:ln>
        </p:spPr>
      </p:pic>
      <p:pic>
        <p:nvPicPr>
          <p:cNvPr id="9" name="Picture 8"/>
          <p:cNvPicPr/>
          <p:nvPr/>
        </p:nvPicPr>
        <p:blipFill>
          <a:blip r:embed="rId3">
            <a:extLst>
              <a:ext uri="{28A0092B-C50C-407E-A947-70E740481C1C}">
                <a14:useLocalDpi xmlns:a14="http://schemas.microsoft.com/office/drawing/2010/main" val="0"/>
              </a:ext>
            </a:extLst>
          </a:blip>
          <a:srcRect/>
          <a:stretch/>
        </p:blipFill>
        <p:spPr bwMode="auto">
          <a:xfrm>
            <a:off x="5380655" y="2939680"/>
            <a:ext cx="2562548" cy="3909717"/>
          </a:xfrm>
          <a:prstGeom prst="rect">
            <a:avLst/>
          </a:prstGeom>
          <a:noFill/>
          <a:ln>
            <a:noFill/>
          </a:ln>
        </p:spPr>
      </p:pic>
      <p:sp>
        <p:nvSpPr>
          <p:cNvPr id="10" name="Text Box 21"/>
          <p:cNvSpPr txBox="1">
            <a:spLocks noChangeArrowheads="1"/>
          </p:cNvSpPr>
          <p:nvPr/>
        </p:nvSpPr>
        <p:spPr bwMode="auto">
          <a:xfrm>
            <a:off x="8916932" y="5972605"/>
            <a:ext cx="3085926" cy="7061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nSpc>
                <a:spcPct val="115000"/>
              </a:lnSpc>
              <a:spcAft>
                <a:spcPts val="1000"/>
              </a:spcAft>
            </a:pPr>
            <a:r>
              <a:rPr lang="en-GB" sz="1600" b="1" dirty="0">
                <a:effectLst/>
                <a:latin typeface="Comic Sans MS" panose="030F0702030302020204" pitchFamily="66" charset="0"/>
                <a:ea typeface="Calibri" panose="020F0502020204030204" pitchFamily="34" charset="0"/>
                <a:cs typeface="Times New Roman" panose="02020603050405020304" pitchFamily="18" charset="0"/>
              </a:rPr>
              <a:t>A magnetic tape cartridge or Digital Audio Tape (DAT)</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GB" sz="1600" b="1" dirty="0">
                <a:effectLst/>
                <a:latin typeface="Comic Sans MS" panose="030F0702030302020204" pitchFamily="66" charset="0"/>
                <a:ea typeface="Calibri" panose="020F0502020204030204" pitchFamily="34" charset="0"/>
                <a:cs typeface="Times New Roman" panose="02020603050405020304" pitchFamily="18" charset="0"/>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14"/>
          <p:cNvSpPr txBox="1">
            <a:spLocks noChangeArrowheads="1"/>
          </p:cNvSpPr>
          <p:nvPr/>
        </p:nvSpPr>
        <p:spPr bwMode="auto">
          <a:xfrm>
            <a:off x="5765831" y="5903593"/>
            <a:ext cx="2365044" cy="7061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nSpc>
                <a:spcPct val="115000"/>
              </a:lnSpc>
              <a:spcAft>
                <a:spcPts val="1000"/>
              </a:spcAft>
            </a:pPr>
            <a:r>
              <a:rPr lang="en-GB" sz="1600" b="1" dirty="0">
                <a:effectLst/>
                <a:latin typeface="Comic Sans MS" panose="030F0702030302020204" pitchFamily="66" charset="0"/>
                <a:ea typeface="Calibri" panose="020F0502020204030204" pitchFamily="34" charset="0"/>
                <a:cs typeface="Arial" panose="020B0604020202020204" pitchFamily="34" charset="0"/>
              </a:rPr>
              <a:t>A magnetic tape reel</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272935" y="3434497"/>
            <a:ext cx="5131578" cy="2031325"/>
          </a:xfrm>
          <a:prstGeom prst="rect">
            <a:avLst/>
          </a:prstGeom>
        </p:spPr>
        <p:txBody>
          <a:bodyPr wrap="square">
            <a:spAutoFit/>
          </a:bodyPr>
          <a:lstStyle/>
          <a:p>
            <a:pPr marL="228600" indent="-228600">
              <a:lnSpc>
                <a:spcPct val="90000"/>
              </a:lnSpc>
              <a:spcBef>
                <a:spcPts val="1000"/>
              </a:spcBef>
              <a:buFont typeface="Arial" panose="020B0604020202020204" pitchFamily="34" charset="0"/>
              <a:buChar char="•"/>
            </a:pPr>
            <a:r>
              <a:rPr lang="en-GB" sz="2800" dirty="0">
                <a:solidFill>
                  <a:srgbClr val="9DC3E6"/>
                </a:solidFill>
              </a:rPr>
              <a:t>As it takes a long time to back up onto magnetic tape, it is usually done at night or over a weekend when the computer network is not in heavy use.</a:t>
            </a:r>
          </a:p>
        </p:txBody>
      </p:sp>
    </p:spTree>
    <p:extLst>
      <p:ext uri="{BB962C8B-B14F-4D97-AF65-F5344CB8AC3E}">
        <p14:creationId xmlns:p14="http://schemas.microsoft.com/office/powerpoint/2010/main" val="26829841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4FE3F-A46F-F799-3FC1-379790D2475C}"/>
              </a:ext>
            </a:extLst>
          </p:cNvPr>
          <p:cNvSpPr>
            <a:spLocks noGrp="1"/>
          </p:cNvSpPr>
          <p:nvPr>
            <p:ph type="title"/>
          </p:nvPr>
        </p:nvSpPr>
        <p:spPr/>
        <p:txBody>
          <a:bodyPr/>
          <a:lstStyle/>
          <a:p>
            <a:r>
              <a:rPr lang="en-GB" dirty="0"/>
              <a:t>Pros and Cons</a:t>
            </a:r>
          </a:p>
        </p:txBody>
      </p:sp>
      <p:sp>
        <p:nvSpPr>
          <p:cNvPr id="3" name="Content Placeholder 2">
            <a:extLst>
              <a:ext uri="{FF2B5EF4-FFF2-40B4-BE49-F238E27FC236}">
                <a16:creationId xmlns:a16="http://schemas.microsoft.com/office/drawing/2014/main" id="{4A9E005B-AC8E-5671-60A9-A7310F49069F}"/>
              </a:ext>
            </a:extLst>
          </p:cNvPr>
          <p:cNvSpPr>
            <a:spLocks noGrp="1"/>
          </p:cNvSpPr>
          <p:nvPr>
            <p:ph idx="1"/>
          </p:nvPr>
        </p:nvSpPr>
        <p:spPr>
          <a:xfrm>
            <a:off x="177282" y="1993576"/>
            <a:ext cx="5122506" cy="4351338"/>
          </a:xfrm>
        </p:spPr>
        <p:txBody>
          <a:bodyPr/>
          <a:lstStyle/>
          <a:p>
            <a:r>
              <a:rPr lang="en-GB" dirty="0"/>
              <a:t>Relatively cheap</a:t>
            </a:r>
          </a:p>
          <a:p>
            <a:r>
              <a:rPr lang="en-GB" dirty="0"/>
              <a:t>Can hold in excess of 20GB of data (it is possible to get devices that will back up over 200 GB of data)</a:t>
            </a:r>
          </a:p>
          <a:p>
            <a:r>
              <a:rPr lang="en-GB" dirty="0"/>
              <a:t>Backup capacity is easily expanded by simply using more tape.</a:t>
            </a:r>
          </a:p>
          <a:p>
            <a:endParaRPr lang="en-GB" dirty="0"/>
          </a:p>
        </p:txBody>
      </p:sp>
      <p:sp>
        <p:nvSpPr>
          <p:cNvPr id="4" name="Content Placeholder 2">
            <a:extLst>
              <a:ext uri="{FF2B5EF4-FFF2-40B4-BE49-F238E27FC236}">
                <a16:creationId xmlns:a16="http://schemas.microsoft.com/office/drawing/2014/main" id="{0AA0787A-5514-F575-E35E-20034DC1ECE9}"/>
              </a:ext>
            </a:extLst>
          </p:cNvPr>
          <p:cNvSpPr txBox="1">
            <a:spLocks/>
          </p:cNvSpPr>
          <p:nvPr/>
        </p:nvSpPr>
        <p:spPr>
          <a:xfrm>
            <a:off x="5859624" y="1993575"/>
            <a:ext cx="6155094" cy="4499299"/>
          </a:xfrm>
          <a:prstGeom prst="rect">
            <a:avLst/>
          </a:prstGeom>
          <a:solidFill>
            <a:srgbClr val="000000">
              <a:alpha val="80000"/>
            </a:srgbClr>
          </a:solidFill>
          <a:ln w="76200">
            <a:solidFill>
              <a:srgbClr val="0ED2CF"/>
            </a:solidFill>
          </a:ln>
          <a:effectLst>
            <a:outerShdw blurRad="50800" dist="38100" dir="2700000" algn="tl" rotWithShape="0">
              <a:prstClr val="black">
                <a:alpha val="40000"/>
              </a:prstClr>
            </a:outerShdw>
          </a:effectLst>
        </p:spPr>
        <p:txBody>
          <a:bodyPr vert="horz" lIns="91440" tIns="45720" rIns="91440" bIns="45720" rtlCol="0">
            <a:normAutofit fontScale="85000" lnSpcReduction="20000"/>
          </a:bodyPr>
          <a:lstStyle>
            <a:lvl1pPr marL="5334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60000"/>
                    <a:lumOff val="40000"/>
                  </a:schemeClr>
                </a:solidFill>
                <a:latin typeface="+mn-lt"/>
                <a:ea typeface="+mn-ea"/>
                <a:cs typeface="+mn-cs"/>
              </a:defRPr>
            </a:lvl1pPr>
            <a:lvl2pPr marL="990600" indent="-228600" algn="l" defTabSz="914400" rtl="0" eaLnBrk="1" latinLnBrk="0" hangingPunct="1">
              <a:lnSpc>
                <a:spcPct val="90000"/>
              </a:lnSpc>
              <a:spcBef>
                <a:spcPts val="500"/>
              </a:spcBef>
              <a:buFont typeface="Arial" panose="020B0604020202020204" pitchFamily="34" charset="0"/>
              <a:buChar char="•"/>
              <a:defRPr sz="2400" kern="1200">
                <a:solidFill>
                  <a:schemeClr val="accent5">
                    <a:lumMod val="60000"/>
                    <a:lumOff val="40000"/>
                  </a:schemeClr>
                </a:solidFill>
                <a:latin typeface="+mn-lt"/>
                <a:ea typeface="+mn-ea"/>
                <a:cs typeface="+mn-cs"/>
              </a:defRPr>
            </a:lvl2pPr>
            <a:lvl3pPr marL="1524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5">
                    <a:lumMod val="60000"/>
                    <a:lumOff val="40000"/>
                  </a:schemeClr>
                </a:solidFill>
                <a:latin typeface="+mn-lt"/>
                <a:ea typeface="+mn-ea"/>
                <a:cs typeface="+mn-cs"/>
              </a:defRPr>
            </a:lvl3pPr>
            <a:lvl4pPr marL="188595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lumMod val="60000"/>
                    <a:lumOff val="40000"/>
                  </a:schemeClr>
                </a:solidFill>
                <a:latin typeface="+mn-lt"/>
                <a:ea typeface="+mn-ea"/>
                <a:cs typeface="+mn-cs"/>
              </a:defRPr>
            </a:lvl4pPr>
            <a:lvl5pPr marL="23241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Serial access - this means that in order to get to something on the tape, you have to go through everything that comes before it.  Think of it like a video tape.  The program that you want to watch might have been recorded half way through the tape, but you have to wind forward right from the start to get to it.</a:t>
            </a:r>
          </a:p>
          <a:p>
            <a:r>
              <a:rPr lang="en-GB" dirty="0"/>
              <a:t>Slow - Because of serial access, it is relatively slow to find the data that you need (however in an exam question, don't just say 'slow', compare it to a storage device with faster access.</a:t>
            </a:r>
          </a:p>
          <a:p>
            <a:r>
              <a:rPr lang="en-GB" dirty="0"/>
              <a:t>Specialist hardware is needed to read the tapes.  Most standard PCs do not come with the hardware required to use them.</a:t>
            </a:r>
          </a:p>
          <a:p>
            <a:endParaRPr lang="en-GB" dirty="0"/>
          </a:p>
        </p:txBody>
      </p:sp>
    </p:spTree>
    <p:extLst>
      <p:ext uri="{BB962C8B-B14F-4D97-AF65-F5344CB8AC3E}">
        <p14:creationId xmlns:p14="http://schemas.microsoft.com/office/powerpoint/2010/main" val="41386760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D7B1C-1FBD-D1BC-0DBA-4A333A1E3BDC}"/>
              </a:ext>
            </a:extLst>
          </p:cNvPr>
          <p:cNvSpPr>
            <a:spLocks noGrp="1"/>
          </p:cNvSpPr>
          <p:nvPr>
            <p:ph type="title"/>
          </p:nvPr>
        </p:nvSpPr>
        <p:spPr/>
        <p:txBody>
          <a:bodyPr/>
          <a:lstStyle/>
          <a:p>
            <a:r>
              <a:rPr lang="en-GB" dirty="0"/>
              <a:t>Optical Media</a:t>
            </a:r>
          </a:p>
        </p:txBody>
      </p:sp>
      <p:sp>
        <p:nvSpPr>
          <p:cNvPr id="3" name="Content Placeholder 2">
            <a:extLst>
              <a:ext uri="{FF2B5EF4-FFF2-40B4-BE49-F238E27FC236}">
                <a16:creationId xmlns:a16="http://schemas.microsoft.com/office/drawing/2014/main" id="{36118268-C4BA-B265-AA9E-A3A962F5ECBC}"/>
              </a:ext>
            </a:extLst>
          </p:cNvPr>
          <p:cNvSpPr>
            <a:spLocks noGrp="1"/>
          </p:cNvSpPr>
          <p:nvPr>
            <p:ph idx="1"/>
          </p:nvPr>
        </p:nvSpPr>
        <p:spPr>
          <a:xfrm>
            <a:off x="0" y="1825624"/>
            <a:ext cx="11915192" cy="4845763"/>
          </a:xfrm>
        </p:spPr>
        <p:txBody>
          <a:bodyPr/>
          <a:lstStyle/>
          <a:p>
            <a:pPr>
              <a:lnSpc>
                <a:spcPct val="115000"/>
              </a:lnSpc>
              <a:spcAft>
                <a:spcPts val="10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Optical storage refers to any storage media where data is held in digital format and which are read from or written to using a red laser.  CD’s, DVD’s, Blu-Ray discs are all examples of optical media.</a:t>
            </a:r>
          </a:p>
          <a:p>
            <a:pPr>
              <a:lnSpc>
                <a:spcPct val="115000"/>
              </a:lnSpc>
              <a:spcAft>
                <a:spcPts val="10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The surface of an optical disc is coated in a thin layer of aluminium to make a reflective surface.  Data is stored in the form of pits (for binary 0) and lands; elevated areas on the surface of the disc, (for binary 1).  The pits are the indentations, and the lands are the areas between the pits. </a:t>
            </a:r>
          </a:p>
          <a:p>
            <a:pPr>
              <a:lnSpc>
                <a:spcPct val="115000"/>
              </a:lnSpc>
              <a:spcAft>
                <a:spcPts val="10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To read the content of the disc, light is shone onto the surface of the disc from a laser.  </a:t>
            </a:r>
            <a:r>
              <a:rPr lang="en-GB" sz="1800" dirty="0">
                <a:latin typeface="Calibri" panose="020F0502020204030204" pitchFamily="34" charset="0"/>
                <a:cs typeface="Times New Roman" panose="02020603050405020304" pitchFamily="18" charset="0"/>
              </a:rPr>
              <a:t>A pit reflects light more dimly than a land, and a diode is used to measure the difference in reflectivity to determine if a one or a zero is being represented. </a:t>
            </a:r>
          </a:p>
          <a:p>
            <a:pPr lvl="1">
              <a:lnSpc>
                <a:spcPct val="115000"/>
              </a:lnSpc>
              <a:spcAft>
                <a:spcPts val="100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To write 1, the laser beam is turned on, which turns a pit up to the reflecting layer. </a:t>
            </a:r>
          </a:p>
          <a:p>
            <a:pPr lvl="1">
              <a:lnSpc>
                <a:spcPct val="115000"/>
              </a:lnSpc>
              <a:spcAft>
                <a:spcPts val="100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To write 0, the laser beam is not turned on and hence, no pit is burned.</a:t>
            </a:r>
          </a:p>
          <a:p>
            <a:endParaRPr lang="en-GB" dirty="0"/>
          </a:p>
        </p:txBody>
      </p:sp>
    </p:spTree>
    <p:extLst>
      <p:ext uri="{BB962C8B-B14F-4D97-AF65-F5344CB8AC3E}">
        <p14:creationId xmlns:p14="http://schemas.microsoft.com/office/powerpoint/2010/main" val="20859097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AE0AFFA4-4E0D-3AB3-BE77-173F836E05FD}"/>
              </a:ext>
            </a:extLst>
          </p:cNvPr>
          <p:cNvSpPr>
            <a:spLocks noGrp="1"/>
          </p:cNvSpPr>
          <p:nvPr>
            <p:ph type="title"/>
          </p:nvPr>
        </p:nvSpPr>
        <p:spPr>
          <a:xfrm>
            <a:off x="838200" y="365125"/>
            <a:ext cx="5393361" cy="1325563"/>
          </a:xfrm>
        </p:spPr>
        <p:txBody>
          <a:bodyPr>
            <a:normAutofit/>
          </a:bodyPr>
          <a:lstStyle/>
          <a:p>
            <a:r>
              <a:rPr lang="en-GB" dirty="0"/>
              <a:t>How CDs Work</a:t>
            </a:r>
          </a:p>
        </p:txBody>
      </p:sp>
      <p:sp>
        <p:nvSpPr>
          <p:cNvPr id="3" name="Content Placeholder 2">
            <a:extLst>
              <a:ext uri="{FF2B5EF4-FFF2-40B4-BE49-F238E27FC236}">
                <a16:creationId xmlns:a16="http://schemas.microsoft.com/office/drawing/2014/main" id="{D6774507-F521-3F8E-1D80-6DCD0A08C314}"/>
              </a:ext>
            </a:extLst>
          </p:cNvPr>
          <p:cNvSpPr>
            <a:spLocks noGrp="1"/>
          </p:cNvSpPr>
          <p:nvPr>
            <p:ph idx="1"/>
          </p:nvPr>
        </p:nvSpPr>
        <p:spPr>
          <a:xfrm>
            <a:off x="382556" y="1825625"/>
            <a:ext cx="6951306" cy="4351338"/>
          </a:xfrm>
        </p:spPr>
        <p:txBody>
          <a:bodyPr>
            <a:normAutofit/>
          </a:bodyPr>
          <a:lstStyle/>
          <a:p>
            <a:pPr>
              <a:spcAft>
                <a:spcPts val="1000"/>
              </a:spcAft>
            </a:pPr>
            <a:r>
              <a:rPr lang="en-GB" sz="2000" dirty="0">
                <a:effectLst/>
                <a:latin typeface="Calibri" panose="020F0502020204030204" pitchFamily="34" charset="0"/>
                <a:ea typeface="Calibri" panose="020F0502020204030204" pitchFamily="34" charset="0"/>
                <a:cs typeface="Times New Roman" panose="02020603050405020304" pitchFamily="18" charset="0"/>
              </a:rPr>
              <a:t> When retrieving data the change in height between the pits and lands results in a difference in intensity in the light reflected. By measuring the intensity change the data can be read from the disk. </a:t>
            </a:r>
          </a:p>
          <a:p>
            <a:pPr>
              <a:spcAft>
                <a:spcPts val="1000"/>
              </a:spcAft>
            </a:pPr>
            <a:r>
              <a:rPr lang="en-GB" sz="2000" dirty="0">
                <a:effectLst/>
                <a:latin typeface="Calibri" panose="020F0502020204030204" pitchFamily="34" charset="0"/>
                <a:ea typeface="Calibri" panose="020F0502020204030204" pitchFamily="34" charset="0"/>
                <a:cs typeface="Times New Roman" panose="02020603050405020304" pitchFamily="18" charset="0"/>
              </a:rPr>
              <a:t>The transition between a pit and a land corresponds to a 1 in the digital bit stream. </a:t>
            </a:r>
          </a:p>
          <a:p>
            <a:pPr>
              <a:spcAft>
                <a:spcPts val="1000"/>
              </a:spcAft>
            </a:pPr>
            <a:r>
              <a:rPr lang="en-GB" sz="2000" dirty="0">
                <a:effectLst/>
                <a:latin typeface="Calibri" panose="020F0502020204030204" pitchFamily="34" charset="0"/>
                <a:ea typeface="Calibri" panose="020F0502020204030204" pitchFamily="34" charset="0"/>
                <a:cs typeface="Times New Roman" panose="02020603050405020304" pitchFamily="18" charset="0"/>
              </a:rPr>
              <a:t>The pits and lands used to record the data on an optical storage device are arranged in a long, tightly wound spiral.  The spiral starts in the centre of the disc and continues out towards the outer edge of the disc.  </a:t>
            </a:r>
          </a:p>
          <a:p>
            <a:pPr>
              <a:spcAft>
                <a:spcPts val="1000"/>
              </a:spcAft>
            </a:pPr>
            <a:r>
              <a:rPr lang="en-GB" sz="2000" dirty="0">
                <a:effectLst/>
                <a:latin typeface="Calibri" panose="020F0502020204030204" pitchFamily="34" charset="0"/>
                <a:ea typeface="Calibri" panose="020F0502020204030204" pitchFamily="34" charset="0"/>
                <a:cs typeface="Times New Roman" panose="02020603050405020304" pitchFamily="18" charset="0"/>
              </a:rPr>
              <a:t>The tighter wound the spiral of data is, the higher the capacity of the disc.</a:t>
            </a:r>
          </a:p>
          <a:p>
            <a:endParaRPr lang="en-GB" sz="2000" dirty="0"/>
          </a:p>
        </p:txBody>
      </p:sp>
      <p:pic>
        <p:nvPicPr>
          <p:cNvPr id="4" name="Picture 3">
            <a:extLst>
              <a:ext uri="{FF2B5EF4-FFF2-40B4-BE49-F238E27FC236}">
                <a16:creationId xmlns:a16="http://schemas.microsoft.com/office/drawing/2014/main" id="{3E1298D9-1672-BED9-C8EC-799F97B09A38}"/>
              </a:ext>
            </a:extLst>
          </p:cNvPr>
          <p:cNvPicPr>
            <a:picLocks noChangeAspect="1"/>
          </p:cNvPicPr>
          <p:nvPr/>
        </p:nvPicPr>
        <p:blipFill>
          <a:blip r:embed="rId2">
            <a:extLst>
              <a:ext uri="{28A0092B-C50C-407E-A947-70E740481C1C}">
                <a14:useLocalDpi xmlns:a14="http://schemas.microsoft.com/office/drawing/2010/main" val="0"/>
              </a:ext>
            </a:extLst>
          </a:blip>
          <a:srcRect r="-1" b="5660"/>
          <a:stretch/>
        </p:blipFill>
        <p:spPr bwMode="auto">
          <a:xfrm>
            <a:off x="7575833" y="1931435"/>
            <a:ext cx="3576091" cy="357609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p:spPr>
      </p:pic>
      <p:sp>
        <p:nvSpPr>
          <p:cNvPr id="11"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01460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D46BC-4B2E-FCB1-C5DA-25847195942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BF2EE8E-CD63-5BFE-FFAA-82E8A6C5090E}"/>
              </a:ext>
            </a:extLst>
          </p:cNvPr>
          <p:cNvSpPr>
            <a:spLocks noGrp="1"/>
          </p:cNvSpPr>
          <p:nvPr>
            <p:ph idx="1"/>
          </p:nvPr>
        </p:nvSpPr>
        <p:spPr/>
        <p:txBody>
          <a:bodyPr/>
          <a:lstStyle/>
          <a:p>
            <a:r>
              <a:rPr lang="en-GB" sz="1800" dirty="0">
                <a:effectLst/>
                <a:latin typeface="Calibri" panose="020F0502020204030204" pitchFamily="34" charset="0"/>
                <a:ea typeface="Calibri" panose="020F0502020204030204" pitchFamily="34" charset="0"/>
                <a:cs typeface="Times New Roman" panose="02020603050405020304" pitchFamily="18" charset="0"/>
              </a:rPr>
              <a:t>CD-ROMs used for distributing software and music files are created using a glass master which is used to burn the pits on the surface of the disc using the method explained above.  </a:t>
            </a:r>
          </a:p>
          <a:p>
            <a:r>
              <a:rPr lang="en-GB" sz="1800" dirty="0">
                <a:effectLst/>
                <a:latin typeface="Calibri" panose="020F0502020204030204" pitchFamily="34" charset="0"/>
                <a:ea typeface="Calibri" panose="020F0502020204030204" pitchFamily="34" charset="0"/>
                <a:cs typeface="Times New Roman" panose="02020603050405020304" pitchFamily="18" charset="0"/>
              </a:rPr>
              <a:t>CD’s typically use a laser with a </a:t>
            </a:r>
            <a:r>
              <a:rPr lang="en-GB"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780 nm (</a:t>
            </a:r>
            <a:r>
              <a:rPr lang="en-GB" sz="1800" b="1"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nanometer</a:t>
            </a:r>
            <a:r>
              <a:rPr lang="en-GB"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wavelength </a:t>
            </a:r>
            <a:r>
              <a:rPr lang="en-GB" sz="1800" dirty="0">
                <a:effectLst/>
                <a:latin typeface="Calibri" panose="020F0502020204030204" pitchFamily="34" charset="0"/>
                <a:ea typeface="Calibri" panose="020F0502020204030204" pitchFamily="34" charset="0"/>
                <a:cs typeface="Times New Roman" panose="02020603050405020304" pitchFamily="18" charset="0"/>
              </a:rPr>
              <a:t>to read from and burn data onto the surface of the disc.</a:t>
            </a:r>
          </a:p>
          <a:p>
            <a:pPr marL="304800" indent="0">
              <a:buNone/>
            </a:pPr>
            <a:r>
              <a:rPr lang="en-GB" dirty="0"/>
              <a:t>CDs are useful for </a:t>
            </a:r>
          </a:p>
          <a:p>
            <a:pPr lvl="1"/>
            <a:r>
              <a:rPr lang="en-GB" dirty="0"/>
              <a:t>Backup</a:t>
            </a:r>
          </a:p>
          <a:p>
            <a:pPr lvl="1"/>
            <a:r>
              <a:rPr lang="en-GB" dirty="0"/>
              <a:t>Transferring files that do not fit onto a floppy disk</a:t>
            </a:r>
          </a:p>
          <a:p>
            <a:pPr lvl="1"/>
            <a:r>
              <a:rPr lang="en-GB" dirty="0"/>
              <a:t>Providing data that you do not want altered by someone else e.g. – software programs or technical manuals.</a:t>
            </a:r>
          </a:p>
          <a:p>
            <a:endParaRPr lang="en-GB" dirty="0"/>
          </a:p>
        </p:txBody>
      </p:sp>
    </p:spTree>
    <p:extLst>
      <p:ext uri="{BB962C8B-B14F-4D97-AF65-F5344CB8AC3E}">
        <p14:creationId xmlns:p14="http://schemas.microsoft.com/office/powerpoint/2010/main" val="32197745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E26FD-2A0D-7253-F766-8FB5C2D0DD76}"/>
              </a:ext>
            </a:extLst>
          </p:cNvPr>
          <p:cNvSpPr>
            <a:spLocks noGrp="1"/>
          </p:cNvSpPr>
          <p:nvPr>
            <p:ph type="title"/>
          </p:nvPr>
        </p:nvSpPr>
        <p:spPr/>
        <p:txBody>
          <a:bodyPr/>
          <a:lstStyle/>
          <a:p>
            <a:r>
              <a:rPr lang="en-GB" dirty="0"/>
              <a:t>Pros and Cons</a:t>
            </a:r>
          </a:p>
        </p:txBody>
      </p:sp>
      <p:sp>
        <p:nvSpPr>
          <p:cNvPr id="3" name="Content Placeholder 2">
            <a:extLst>
              <a:ext uri="{FF2B5EF4-FFF2-40B4-BE49-F238E27FC236}">
                <a16:creationId xmlns:a16="http://schemas.microsoft.com/office/drawing/2014/main" id="{61DC311F-F97F-8087-0213-560FEFF50556}"/>
              </a:ext>
            </a:extLst>
          </p:cNvPr>
          <p:cNvSpPr>
            <a:spLocks noGrp="1"/>
          </p:cNvSpPr>
          <p:nvPr>
            <p:ph idx="1"/>
          </p:nvPr>
        </p:nvSpPr>
        <p:spPr>
          <a:xfrm>
            <a:off x="77755" y="1900269"/>
            <a:ext cx="6018245" cy="4799111"/>
          </a:xfrm>
        </p:spPr>
        <p:txBody>
          <a:bodyPr/>
          <a:lstStyle/>
          <a:p>
            <a:r>
              <a:rPr lang="en-GB" dirty="0"/>
              <a:t>Data cannot be erased from CD-ROMs</a:t>
            </a:r>
          </a:p>
          <a:p>
            <a:r>
              <a:rPr lang="en-GB" dirty="0"/>
              <a:t>CD-ROMs are small and portable</a:t>
            </a:r>
          </a:p>
          <a:p>
            <a:r>
              <a:rPr lang="en-GB" dirty="0"/>
              <a:t>Very cheap to produce</a:t>
            </a:r>
          </a:p>
          <a:p>
            <a:r>
              <a:rPr lang="en-GB" dirty="0"/>
              <a:t>CD-ROMs have a much larger storage capacity than floppy disks.</a:t>
            </a:r>
          </a:p>
          <a:p>
            <a:r>
              <a:rPr lang="en-GB" dirty="0"/>
              <a:t>Will usually work in a DVD drive.</a:t>
            </a:r>
          </a:p>
          <a:p>
            <a:endParaRPr lang="en-GB" dirty="0"/>
          </a:p>
        </p:txBody>
      </p:sp>
      <p:sp>
        <p:nvSpPr>
          <p:cNvPr id="4" name="Content Placeholder 2">
            <a:extLst>
              <a:ext uri="{FF2B5EF4-FFF2-40B4-BE49-F238E27FC236}">
                <a16:creationId xmlns:a16="http://schemas.microsoft.com/office/drawing/2014/main" id="{1CC0650C-04E3-80B6-B1E5-580225CF90DD}"/>
              </a:ext>
            </a:extLst>
          </p:cNvPr>
          <p:cNvSpPr txBox="1">
            <a:spLocks/>
          </p:cNvSpPr>
          <p:nvPr/>
        </p:nvSpPr>
        <p:spPr>
          <a:xfrm>
            <a:off x="6267061" y="1900268"/>
            <a:ext cx="5676123" cy="4799111"/>
          </a:xfrm>
          <a:prstGeom prst="rect">
            <a:avLst/>
          </a:prstGeom>
          <a:solidFill>
            <a:srgbClr val="000000">
              <a:alpha val="80000"/>
            </a:srgbClr>
          </a:solidFill>
          <a:ln w="76200">
            <a:solidFill>
              <a:srgbClr val="0ED2CF"/>
            </a:solidFill>
          </a:ln>
          <a:effectLst>
            <a:outerShdw blurRad="50800" dist="38100" dir="2700000" algn="tl" rotWithShape="0">
              <a:prstClr val="black">
                <a:alpha val="40000"/>
              </a:prstClr>
            </a:outerShdw>
          </a:effectLst>
        </p:spPr>
        <p:txBody>
          <a:bodyPr vert="horz" lIns="91440" tIns="45720" rIns="91440" bIns="45720" rtlCol="0">
            <a:normAutofit/>
          </a:bodyPr>
          <a:lstStyle>
            <a:lvl1pPr marL="5334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60000"/>
                    <a:lumOff val="40000"/>
                  </a:schemeClr>
                </a:solidFill>
                <a:latin typeface="+mn-lt"/>
                <a:ea typeface="+mn-ea"/>
                <a:cs typeface="+mn-cs"/>
              </a:defRPr>
            </a:lvl1pPr>
            <a:lvl2pPr marL="990600" indent="-228600" algn="l" defTabSz="914400" rtl="0" eaLnBrk="1" latinLnBrk="0" hangingPunct="1">
              <a:lnSpc>
                <a:spcPct val="90000"/>
              </a:lnSpc>
              <a:spcBef>
                <a:spcPts val="500"/>
              </a:spcBef>
              <a:buFont typeface="Arial" panose="020B0604020202020204" pitchFamily="34" charset="0"/>
              <a:buChar char="•"/>
              <a:defRPr sz="2400" kern="1200">
                <a:solidFill>
                  <a:schemeClr val="accent5">
                    <a:lumMod val="60000"/>
                    <a:lumOff val="40000"/>
                  </a:schemeClr>
                </a:solidFill>
                <a:latin typeface="+mn-lt"/>
                <a:ea typeface="+mn-ea"/>
                <a:cs typeface="+mn-cs"/>
              </a:defRPr>
            </a:lvl2pPr>
            <a:lvl3pPr marL="1524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5">
                    <a:lumMod val="60000"/>
                    <a:lumOff val="40000"/>
                  </a:schemeClr>
                </a:solidFill>
                <a:latin typeface="+mn-lt"/>
                <a:ea typeface="+mn-ea"/>
                <a:cs typeface="+mn-cs"/>
              </a:defRPr>
            </a:lvl3pPr>
            <a:lvl4pPr marL="188595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lumMod val="60000"/>
                    <a:lumOff val="40000"/>
                  </a:schemeClr>
                </a:solidFill>
                <a:latin typeface="+mn-lt"/>
                <a:ea typeface="+mn-ea"/>
                <a:cs typeface="+mn-cs"/>
              </a:defRPr>
            </a:lvl4pPr>
            <a:lvl5pPr marL="23241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Fairly fragile - easy to break or scratch</a:t>
            </a:r>
          </a:p>
          <a:p>
            <a:r>
              <a:rPr lang="en-GB" dirty="0"/>
              <a:t>Because they are portable they can be lost.</a:t>
            </a:r>
          </a:p>
          <a:p>
            <a:r>
              <a:rPr lang="en-GB" dirty="0"/>
              <a:t>Smaller storage capacity than a hard disk</a:t>
            </a:r>
          </a:p>
          <a:p>
            <a:r>
              <a:rPr lang="en-GB" dirty="0"/>
              <a:t>Slower to access than the hard disk</a:t>
            </a:r>
          </a:p>
          <a:p>
            <a:endParaRPr lang="en-GB" dirty="0"/>
          </a:p>
        </p:txBody>
      </p:sp>
    </p:spTree>
    <p:extLst>
      <p:ext uri="{BB962C8B-B14F-4D97-AF65-F5344CB8AC3E}">
        <p14:creationId xmlns:p14="http://schemas.microsoft.com/office/powerpoint/2010/main" val="40981655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CFA91-1925-7079-1554-43643368FD06}"/>
              </a:ext>
            </a:extLst>
          </p:cNvPr>
          <p:cNvSpPr>
            <a:spLocks noGrp="1"/>
          </p:cNvSpPr>
          <p:nvPr>
            <p:ph type="title"/>
          </p:nvPr>
        </p:nvSpPr>
        <p:spPr/>
        <p:txBody>
          <a:bodyPr/>
          <a:lstStyle/>
          <a:p>
            <a:r>
              <a:rPr lang="en-GB" dirty="0"/>
              <a:t>CD-R</a:t>
            </a:r>
          </a:p>
        </p:txBody>
      </p:sp>
      <p:sp>
        <p:nvSpPr>
          <p:cNvPr id="3" name="Content Placeholder 2">
            <a:extLst>
              <a:ext uri="{FF2B5EF4-FFF2-40B4-BE49-F238E27FC236}">
                <a16:creationId xmlns:a16="http://schemas.microsoft.com/office/drawing/2014/main" id="{1EF17CE8-53BC-577C-D8FC-895EC6C47A8A}"/>
              </a:ext>
            </a:extLst>
          </p:cNvPr>
          <p:cNvSpPr>
            <a:spLocks noGrp="1"/>
          </p:cNvSpPr>
          <p:nvPr>
            <p:ph idx="1"/>
          </p:nvPr>
        </p:nvSpPr>
        <p:spPr/>
        <p:txBody>
          <a:bodyPr/>
          <a:lstStyle/>
          <a:p>
            <a:r>
              <a:rPr lang="en-GB" dirty="0"/>
              <a:t>These disks are blank but have been designed to be written onto once only. The 'cd-writer' drive uses a laser to burn tiny pits onto the spinning surface of the CD-R media. Each pit represents a '1' data bit. Once the pit is burnt it cannot be erased.</a:t>
            </a:r>
          </a:p>
          <a:p>
            <a:r>
              <a:rPr lang="en-GB" dirty="0"/>
              <a:t>Sometimes your CD Burning software may allow you to burn a 'multi-session' disk. All this is doing is treating the CD-R as a number of smaller areas or 'sessions'.  Each time you start a new session, the drive simply moves to another blank part of the disk.</a:t>
            </a:r>
          </a:p>
          <a:p>
            <a:endParaRPr lang="en-GB" dirty="0"/>
          </a:p>
        </p:txBody>
      </p:sp>
    </p:spTree>
    <p:extLst>
      <p:ext uri="{BB962C8B-B14F-4D97-AF65-F5344CB8AC3E}">
        <p14:creationId xmlns:p14="http://schemas.microsoft.com/office/powerpoint/2010/main" val="17927690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B14AD-FD21-7560-08A8-80ECF68D2F19}"/>
              </a:ext>
            </a:extLst>
          </p:cNvPr>
          <p:cNvSpPr>
            <a:spLocks noGrp="1"/>
          </p:cNvSpPr>
          <p:nvPr>
            <p:ph type="title"/>
          </p:nvPr>
        </p:nvSpPr>
        <p:spPr/>
        <p:txBody>
          <a:bodyPr/>
          <a:lstStyle/>
          <a:p>
            <a:r>
              <a:rPr lang="en-GB" dirty="0"/>
              <a:t>CD-RW</a:t>
            </a:r>
          </a:p>
        </p:txBody>
      </p:sp>
      <p:sp>
        <p:nvSpPr>
          <p:cNvPr id="3" name="Content Placeholder 2">
            <a:extLst>
              <a:ext uri="{FF2B5EF4-FFF2-40B4-BE49-F238E27FC236}">
                <a16:creationId xmlns:a16="http://schemas.microsoft.com/office/drawing/2014/main" id="{985675F3-AA33-CF3D-C4B6-378F95FF0ABA}"/>
              </a:ext>
            </a:extLst>
          </p:cNvPr>
          <p:cNvSpPr>
            <a:spLocks noGrp="1"/>
          </p:cNvSpPr>
          <p:nvPr>
            <p:ph idx="1"/>
          </p:nvPr>
        </p:nvSpPr>
        <p:spPr/>
        <p:txBody>
          <a:bodyPr/>
          <a:lstStyle/>
          <a:p>
            <a:r>
              <a:rPr lang="en-GB" dirty="0"/>
              <a:t>Often described as 'CD Read-Write'. This technology allows the same area of the disk to be over-written many times (about a 1000 times).</a:t>
            </a:r>
          </a:p>
          <a:p>
            <a:r>
              <a:rPr lang="en-GB" dirty="0"/>
              <a:t>There are two problems with the CD-RW disks - unlike CD-R some drives have a problem reading CD-RW disks that have been burnt by other manufacturers' drives. Secondly, CD-R disks are now so cheap that it is less hassle to simply use a blank disk!</a:t>
            </a:r>
          </a:p>
          <a:p>
            <a:r>
              <a:rPr lang="en-GB" dirty="0"/>
              <a:t>A typical CD-ROM can store approximately 650 megabytes of data</a:t>
            </a:r>
          </a:p>
          <a:p>
            <a:endParaRPr lang="en-GB" dirty="0"/>
          </a:p>
        </p:txBody>
      </p:sp>
    </p:spTree>
    <p:extLst>
      <p:ext uri="{BB962C8B-B14F-4D97-AF65-F5344CB8AC3E}">
        <p14:creationId xmlns:p14="http://schemas.microsoft.com/office/powerpoint/2010/main" val="39365587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581F2-BB85-9BA0-FC14-78D75BCB4890}"/>
              </a:ext>
            </a:extLst>
          </p:cNvPr>
          <p:cNvSpPr>
            <a:spLocks noGrp="1"/>
          </p:cNvSpPr>
          <p:nvPr>
            <p:ph type="title"/>
          </p:nvPr>
        </p:nvSpPr>
        <p:spPr/>
        <p:txBody>
          <a:bodyPr/>
          <a:lstStyle/>
          <a:p>
            <a:r>
              <a:rPr lang="en-GB" dirty="0"/>
              <a:t>DVD</a:t>
            </a:r>
          </a:p>
        </p:txBody>
      </p:sp>
      <p:sp>
        <p:nvSpPr>
          <p:cNvPr id="3" name="Content Placeholder 2">
            <a:extLst>
              <a:ext uri="{FF2B5EF4-FFF2-40B4-BE49-F238E27FC236}">
                <a16:creationId xmlns:a16="http://schemas.microsoft.com/office/drawing/2014/main" id="{CE6F6FBE-3488-7473-4ABB-B459F536ECED}"/>
              </a:ext>
            </a:extLst>
          </p:cNvPr>
          <p:cNvSpPr>
            <a:spLocks noGrp="1"/>
          </p:cNvSpPr>
          <p:nvPr>
            <p:ph idx="1"/>
          </p:nvPr>
        </p:nvSpPr>
        <p:spPr>
          <a:xfrm>
            <a:off x="0" y="1825625"/>
            <a:ext cx="12325350" cy="4901746"/>
          </a:xfrm>
        </p:spPr>
        <p:txBody>
          <a:bodyPr>
            <a:normAutofit/>
          </a:bodyPr>
          <a:lstStyle/>
          <a:p>
            <a:r>
              <a:rPr lang="en-GB" dirty="0"/>
              <a:t>DVDs stands for Digital Versatile Disk. a DVD disc can store between 5-17 gigabytes of data.  </a:t>
            </a:r>
          </a:p>
          <a:p>
            <a:pPr lvl="1"/>
            <a:r>
              <a:rPr lang="en-GB" dirty="0"/>
              <a:t>This amount of storage makes it possible to store complete movies along with special features and multiple language tracks.</a:t>
            </a:r>
          </a:p>
          <a:p>
            <a:r>
              <a:rPr lang="en-GB" dirty="0"/>
              <a:t>A single layer DVD has a capacity more than seven times the size of a typical CD. A DVD uses a laser with a </a:t>
            </a:r>
            <a:r>
              <a:rPr lang="en-GB" dirty="0">
                <a:solidFill>
                  <a:srgbClr val="FF0000"/>
                </a:solidFill>
              </a:rPr>
              <a:t>650 </a:t>
            </a:r>
            <a:r>
              <a:rPr lang="en-GB" dirty="0" err="1">
                <a:solidFill>
                  <a:srgbClr val="FF0000"/>
                </a:solidFill>
              </a:rPr>
              <a:t>nanometer</a:t>
            </a:r>
            <a:r>
              <a:rPr lang="en-GB" dirty="0">
                <a:solidFill>
                  <a:srgbClr val="FF0000"/>
                </a:solidFill>
              </a:rPr>
              <a:t> wavelength</a:t>
            </a:r>
            <a:r>
              <a:rPr lang="en-GB" dirty="0"/>
              <a:t>, which means it can burn smaller pits onto the surface of the disc. </a:t>
            </a:r>
          </a:p>
          <a:p>
            <a:pPr lvl="1"/>
            <a:r>
              <a:rPr lang="en-GB" dirty="0"/>
              <a:t>Since the same light is focused onto a smaller surface then more data can be recorded on the available area. </a:t>
            </a:r>
          </a:p>
          <a:p>
            <a:r>
              <a:rPr lang="en-GB" dirty="0"/>
              <a:t>Dual layer DVDs operate by placing another semi-transparent layer on top of the original. In order to read the second layer the angle of the laser is altered to focus either on the bottom layer or the top layer when reading the data.</a:t>
            </a:r>
          </a:p>
          <a:p>
            <a:endParaRPr lang="en-GB" dirty="0"/>
          </a:p>
        </p:txBody>
      </p:sp>
    </p:spTree>
    <p:extLst>
      <p:ext uri="{BB962C8B-B14F-4D97-AF65-F5344CB8AC3E}">
        <p14:creationId xmlns:p14="http://schemas.microsoft.com/office/powerpoint/2010/main" val="2687674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4CA74-57C8-347C-E6A5-E7ABFCC5185C}"/>
              </a:ext>
            </a:extLst>
          </p:cNvPr>
          <p:cNvSpPr>
            <a:spLocks noGrp="1"/>
          </p:cNvSpPr>
          <p:nvPr>
            <p:ph type="title"/>
          </p:nvPr>
        </p:nvSpPr>
        <p:spPr/>
        <p:txBody>
          <a:bodyPr/>
          <a:lstStyle/>
          <a:p>
            <a:r>
              <a:rPr lang="en-GB" dirty="0"/>
              <a:t>DVDs: Pros and Cons</a:t>
            </a:r>
          </a:p>
        </p:txBody>
      </p:sp>
      <p:sp>
        <p:nvSpPr>
          <p:cNvPr id="3" name="Content Placeholder 2">
            <a:extLst>
              <a:ext uri="{FF2B5EF4-FFF2-40B4-BE49-F238E27FC236}">
                <a16:creationId xmlns:a16="http://schemas.microsoft.com/office/drawing/2014/main" id="{158E1AEA-E2AA-7938-624F-4DDC765D856F}"/>
              </a:ext>
            </a:extLst>
          </p:cNvPr>
          <p:cNvSpPr>
            <a:spLocks noGrp="1"/>
          </p:cNvSpPr>
          <p:nvPr>
            <p:ph idx="1"/>
          </p:nvPr>
        </p:nvSpPr>
        <p:spPr>
          <a:xfrm>
            <a:off x="0" y="1825625"/>
            <a:ext cx="5831633" cy="4351338"/>
          </a:xfrm>
        </p:spPr>
        <p:txBody>
          <a:bodyPr/>
          <a:lstStyle/>
          <a:p>
            <a:r>
              <a:rPr lang="en-GB" dirty="0"/>
              <a:t>Very large storage capacity</a:t>
            </a:r>
          </a:p>
          <a:p>
            <a:r>
              <a:rPr lang="en-GB" dirty="0"/>
              <a:t>Sound and picture quality is excellent which makes them suitable for video and sound</a:t>
            </a:r>
          </a:p>
          <a:p>
            <a:r>
              <a:rPr lang="en-GB" dirty="0"/>
              <a:t>Increasing availability</a:t>
            </a:r>
          </a:p>
          <a:p>
            <a:r>
              <a:rPr lang="en-GB" dirty="0"/>
              <a:t>Price is dropping for both DVDs and DVD drives.</a:t>
            </a:r>
          </a:p>
          <a:p>
            <a:r>
              <a:rPr lang="en-GB" dirty="0"/>
              <a:t>Does not transmit viruses</a:t>
            </a:r>
          </a:p>
          <a:p>
            <a:r>
              <a:rPr lang="en-GB" dirty="0"/>
              <a:t>DVD players can read CD-ROMs.</a:t>
            </a:r>
          </a:p>
          <a:p>
            <a:endParaRPr lang="en-GB" dirty="0"/>
          </a:p>
        </p:txBody>
      </p:sp>
      <p:sp>
        <p:nvSpPr>
          <p:cNvPr id="4" name="Content Placeholder 2">
            <a:extLst>
              <a:ext uri="{FF2B5EF4-FFF2-40B4-BE49-F238E27FC236}">
                <a16:creationId xmlns:a16="http://schemas.microsoft.com/office/drawing/2014/main" id="{419C4C3C-3CAC-6FC8-FD2F-DC23C8A96587}"/>
              </a:ext>
            </a:extLst>
          </p:cNvPr>
          <p:cNvSpPr txBox="1">
            <a:spLocks/>
          </p:cNvSpPr>
          <p:nvPr/>
        </p:nvSpPr>
        <p:spPr>
          <a:xfrm>
            <a:off x="5946711" y="1825625"/>
            <a:ext cx="6096000" cy="4351338"/>
          </a:xfrm>
          <a:prstGeom prst="rect">
            <a:avLst/>
          </a:prstGeom>
          <a:solidFill>
            <a:srgbClr val="000000">
              <a:alpha val="80000"/>
            </a:srgbClr>
          </a:solidFill>
          <a:ln w="76200">
            <a:solidFill>
              <a:srgbClr val="0ED2CF"/>
            </a:solidFill>
          </a:ln>
          <a:effectLst>
            <a:outerShdw blurRad="50800" dist="38100" dir="2700000" algn="tl" rotWithShape="0">
              <a:prstClr val="black">
                <a:alpha val="40000"/>
              </a:prstClr>
            </a:outerShdw>
          </a:effectLst>
        </p:spPr>
        <p:txBody>
          <a:bodyPr vert="horz" lIns="91440" tIns="45720" rIns="91440" bIns="45720" rtlCol="0">
            <a:normAutofit/>
          </a:bodyPr>
          <a:lstStyle>
            <a:lvl1pPr marL="5334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60000"/>
                    <a:lumOff val="40000"/>
                  </a:schemeClr>
                </a:solidFill>
                <a:latin typeface="+mn-lt"/>
                <a:ea typeface="+mn-ea"/>
                <a:cs typeface="+mn-cs"/>
              </a:defRPr>
            </a:lvl1pPr>
            <a:lvl2pPr marL="990600" indent="-228600" algn="l" defTabSz="914400" rtl="0" eaLnBrk="1" latinLnBrk="0" hangingPunct="1">
              <a:lnSpc>
                <a:spcPct val="90000"/>
              </a:lnSpc>
              <a:spcBef>
                <a:spcPts val="500"/>
              </a:spcBef>
              <a:buFont typeface="Arial" panose="020B0604020202020204" pitchFamily="34" charset="0"/>
              <a:buChar char="•"/>
              <a:defRPr sz="2400" kern="1200">
                <a:solidFill>
                  <a:schemeClr val="accent5">
                    <a:lumMod val="60000"/>
                    <a:lumOff val="40000"/>
                  </a:schemeClr>
                </a:solidFill>
                <a:latin typeface="+mn-lt"/>
                <a:ea typeface="+mn-ea"/>
                <a:cs typeface="+mn-cs"/>
              </a:defRPr>
            </a:lvl2pPr>
            <a:lvl3pPr marL="1524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5">
                    <a:lumMod val="60000"/>
                    <a:lumOff val="40000"/>
                  </a:schemeClr>
                </a:solidFill>
                <a:latin typeface="+mn-lt"/>
                <a:ea typeface="+mn-ea"/>
                <a:cs typeface="+mn-cs"/>
              </a:defRPr>
            </a:lvl3pPr>
            <a:lvl4pPr marL="188595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lumMod val="60000"/>
                    <a:lumOff val="40000"/>
                  </a:schemeClr>
                </a:solidFill>
                <a:latin typeface="+mn-lt"/>
                <a:ea typeface="+mn-ea"/>
                <a:cs typeface="+mn-cs"/>
              </a:defRPr>
            </a:lvl4pPr>
            <a:lvl5pPr marL="23241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Still a relatively new technology so still expensive compared to CD-ROMS.</a:t>
            </a:r>
          </a:p>
          <a:p>
            <a:r>
              <a:rPr lang="en-GB" dirty="0"/>
              <a:t>DVDs do not work in CD ROM drives.</a:t>
            </a:r>
          </a:p>
          <a:p>
            <a:endParaRPr lang="en-GB" dirty="0"/>
          </a:p>
        </p:txBody>
      </p:sp>
    </p:spTree>
    <p:extLst>
      <p:ext uri="{BB962C8B-B14F-4D97-AF65-F5344CB8AC3E}">
        <p14:creationId xmlns:p14="http://schemas.microsoft.com/office/powerpoint/2010/main" val="38816578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09243-9007-FBA1-ED94-E4219F6C9A3A}"/>
              </a:ext>
            </a:extLst>
          </p:cNvPr>
          <p:cNvSpPr>
            <a:spLocks noGrp="1"/>
          </p:cNvSpPr>
          <p:nvPr>
            <p:ph type="title"/>
          </p:nvPr>
        </p:nvSpPr>
        <p:spPr/>
        <p:txBody>
          <a:bodyPr/>
          <a:lstStyle/>
          <a:p>
            <a:r>
              <a:rPr lang="en-GB" dirty="0"/>
              <a:t>Blu-Ray Disks</a:t>
            </a:r>
          </a:p>
        </p:txBody>
      </p:sp>
      <p:sp>
        <p:nvSpPr>
          <p:cNvPr id="3" name="Content Placeholder 2">
            <a:extLst>
              <a:ext uri="{FF2B5EF4-FFF2-40B4-BE49-F238E27FC236}">
                <a16:creationId xmlns:a16="http://schemas.microsoft.com/office/drawing/2014/main" id="{61D4AEEE-3D17-83B5-02EA-A4DF50FCC69E}"/>
              </a:ext>
            </a:extLst>
          </p:cNvPr>
          <p:cNvSpPr>
            <a:spLocks noGrp="1"/>
          </p:cNvSpPr>
          <p:nvPr>
            <p:ph idx="1"/>
          </p:nvPr>
        </p:nvSpPr>
        <p:spPr>
          <a:xfrm>
            <a:off x="0" y="1825625"/>
            <a:ext cx="8733453" cy="4799110"/>
          </a:xfrm>
        </p:spPr>
        <p:txBody>
          <a:bodyPr>
            <a:normAutofit fontScale="92500" lnSpcReduction="10000"/>
          </a:bodyPr>
          <a:lstStyle/>
          <a:p>
            <a:r>
              <a:rPr lang="en-GB" dirty="0"/>
              <a:t>Is an optical disc storage medium. </a:t>
            </a:r>
          </a:p>
          <a:p>
            <a:r>
              <a:rPr lang="en-GB" dirty="0"/>
              <a:t>Its main uses are high-definition video and data storage. The disc has the same physical dimensions as standard DVDs and CDs.</a:t>
            </a:r>
          </a:p>
          <a:p>
            <a:r>
              <a:rPr lang="en-GB" dirty="0"/>
              <a:t>The name Blu-ray Disc is derived from the blue laser (violet-</a:t>
            </a:r>
            <a:r>
              <a:rPr lang="en-GB" dirty="0" err="1"/>
              <a:t>colored</a:t>
            </a:r>
            <a:r>
              <a:rPr lang="en-GB" dirty="0"/>
              <a:t>) used to read and write this type of disc. </a:t>
            </a:r>
          </a:p>
          <a:p>
            <a:r>
              <a:rPr lang="en-GB" dirty="0"/>
              <a:t>Because of the wavelength (405 nanometres), substantially more data can be stored on a Blu-ray Disc than on the DVD format, which uses a red (650 nm) laser.</a:t>
            </a:r>
          </a:p>
          <a:p>
            <a:r>
              <a:rPr lang="en-GB" dirty="0"/>
              <a:t>A two-layer Blu-ray Disc can store 50 gigabytes, almost six times the capacity of a two-layer DVD, or ten and a half times that of a single-layer DVD.</a:t>
            </a:r>
          </a:p>
          <a:p>
            <a:endParaRPr lang="en-GB" dirty="0"/>
          </a:p>
          <a:p>
            <a:endParaRPr lang="en-GB" dirty="0"/>
          </a:p>
        </p:txBody>
      </p:sp>
      <p:sp>
        <p:nvSpPr>
          <p:cNvPr id="4" name="Oval 3">
            <a:extLst>
              <a:ext uri="{FF2B5EF4-FFF2-40B4-BE49-F238E27FC236}">
                <a16:creationId xmlns:a16="http://schemas.microsoft.com/office/drawing/2014/main" id="{61EAC677-F3A4-80D8-ACCA-050C1BF43AB4}"/>
              </a:ext>
            </a:extLst>
          </p:cNvPr>
          <p:cNvSpPr/>
          <p:nvPr/>
        </p:nvSpPr>
        <p:spPr>
          <a:xfrm>
            <a:off x="9795976" y="1825625"/>
            <a:ext cx="1647825" cy="17145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100">
                <a:solidFill>
                  <a:srgbClr val="1F497D"/>
                </a:solidFill>
                <a:effectLst/>
                <a:ea typeface="Calibri" panose="020F0502020204030204" pitchFamily="34" charset="0"/>
                <a:cs typeface="Times New Roman" panose="02020603050405020304" pitchFamily="18" charset="0"/>
              </a:rPr>
              <a:t>Blu-Ray</a:t>
            </a:r>
            <a:endParaRPr lang="en-GB" sz="1100">
              <a:effectLst/>
              <a:ea typeface="Calibri" panose="020F0502020204030204" pitchFamily="34" charset="0"/>
              <a:cs typeface="Times New Roman" panose="02020603050405020304" pitchFamily="18" charset="0"/>
            </a:endParaRPr>
          </a:p>
          <a:p>
            <a:pPr>
              <a:lnSpc>
                <a:spcPct val="115000"/>
              </a:lnSpc>
              <a:spcAft>
                <a:spcPts val="1000"/>
              </a:spcAft>
            </a:pPr>
            <a:r>
              <a:rPr lang="en-GB" sz="1100">
                <a:effectLst/>
                <a:ea typeface="Calibri" panose="020F0502020204030204" pitchFamily="34" charset="0"/>
                <a:cs typeface="Times New Roman" panose="02020603050405020304" pitchFamily="18" charset="0"/>
              </a:rPr>
              <a:t> </a:t>
            </a:r>
          </a:p>
        </p:txBody>
      </p:sp>
      <p:cxnSp>
        <p:nvCxnSpPr>
          <p:cNvPr id="5" name="Straight Arrow Connector 4">
            <a:extLst>
              <a:ext uri="{FF2B5EF4-FFF2-40B4-BE49-F238E27FC236}">
                <a16:creationId xmlns:a16="http://schemas.microsoft.com/office/drawing/2014/main" id="{882AE887-8F7A-A205-CDFE-530F5E30BE11}"/>
              </a:ext>
            </a:extLst>
          </p:cNvPr>
          <p:cNvCxnSpPr/>
          <p:nvPr/>
        </p:nvCxnSpPr>
        <p:spPr>
          <a:xfrm flipV="1">
            <a:off x="9481651" y="2569210"/>
            <a:ext cx="1104900" cy="1190625"/>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C0B034E-9E52-9C1B-FAC5-50265C3BFB6A}"/>
              </a:ext>
            </a:extLst>
          </p:cNvPr>
          <p:cNvCxnSpPr/>
          <p:nvPr/>
        </p:nvCxnSpPr>
        <p:spPr>
          <a:xfrm>
            <a:off x="10586551" y="2569210"/>
            <a:ext cx="809625" cy="11906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EB885037-9522-0739-982A-107C5CCAA709}"/>
              </a:ext>
            </a:extLst>
          </p:cNvPr>
          <p:cNvSpPr/>
          <p:nvPr/>
        </p:nvSpPr>
        <p:spPr>
          <a:xfrm>
            <a:off x="9865664" y="4283710"/>
            <a:ext cx="1647825" cy="1714500"/>
          </a:xfrm>
          <a:prstGeom prst="ellipse">
            <a:avLst/>
          </a:prstGeom>
          <a:solidFill>
            <a:schemeClr val="bg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2800" b="1">
                <a:solidFill>
                  <a:srgbClr val="FF0000"/>
                </a:solidFill>
                <a:effectLst/>
                <a:ea typeface="Calibri" panose="020F0502020204030204" pitchFamily="34" charset="0"/>
                <a:cs typeface="Times New Roman" panose="02020603050405020304" pitchFamily="18" charset="0"/>
              </a:rPr>
              <a:t>DVD</a:t>
            </a:r>
            <a:endParaRPr lang="en-GB" sz="1100">
              <a:effectLst/>
              <a:ea typeface="Calibri" panose="020F0502020204030204" pitchFamily="34" charset="0"/>
              <a:cs typeface="Times New Roman" panose="02020603050405020304" pitchFamily="18" charset="0"/>
            </a:endParaRPr>
          </a:p>
          <a:p>
            <a:pPr>
              <a:lnSpc>
                <a:spcPct val="115000"/>
              </a:lnSpc>
              <a:spcAft>
                <a:spcPts val="1000"/>
              </a:spcAft>
            </a:pPr>
            <a:r>
              <a:rPr lang="en-GB" sz="1100">
                <a:effectLst/>
                <a:ea typeface="Calibri" panose="020F0502020204030204" pitchFamily="34" charset="0"/>
                <a:cs typeface="Times New Roman" panose="02020603050405020304" pitchFamily="18" charset="0"/>
              </a:rPr>
              <a:t> </a:t>
            </a:r>
          </a:p>
        </p:txBody>
      </p:sp>
      <p:cxnSp>
        <p:nvCxnSpPr>
          <p:cNvPr id="8" name="Straight Arrow Connector 7">
            <a:extLst>
              <a:ext uri="{FF2B5EF4-FFF2-40B4-BE49-F238E27FC236}">
                <a16:creationId xmlns:a16="http://schemas.microsoft.com/office/drawing/2014/main" id="{486B87CD-DF14-AACB-2643-0C9AA597E9D7}"/>
              </a:ext>
            </a:extLst>
          </p:cNvPr>
          <p:cNvCxnSpPr/>
          <p:nvPr/>
        </p:nvCxnSpPr>
        <p:spPr>
          <a:xfrm flipV="1">
            <a:off x="9579914" y="5055235"/>
            <a:ext cx="1104900" cy="1190625"/>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3F17BE2-E09B-3AB6-9BD4-2F266D70CC87}"/>
              </a:ext>
            </a:extLst>
          </p:cNvPr>
          <p:cNvCxnSpPr/>
          <p:nvPr/>
        </p:nvCxnSpPr>
        <p:spPr>
          <a:xfrm>
            <a:off x="10684814" y="5055235"/>
            <a:ext cx="809625" cy="119062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05309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E9EFC-B0CE-66B4-D8D7-4619451006C9}"/>
              </a:ext>
            </a:extLst>
          </p:cNvPr>
          <p:cNvSpPr>
            <a:spLocks noGrp="1"/>
          </p:cNvSpPr>
          <p:nvPr>
            <p:ph type="title"/>
          </p:nvPr>
        </p:nvSpPr>
        <p:spPr/>
        <p:txBody>
          <a:bodyPr/>
          <a:lstStyle/>
          <a:p>
            <a:r>
              <a:rPr lang="en-GB" dirty="0"/>
              <a:t>Flash Storage</a:t>
            </a:r>
          </a:p>
        </p:txBody>
      </p:sp>
      <p:sp>
        <p:nvSpPr>
          <p:cNvPr id="3" name="Content Placeholder 2">
            <a:extLst>
              <a:ext uri="{FF2B5EF4-FFF2-40B4-BE49-F238E27FC236}">
                <a16:creationId xmlns:a16="http://schemas.microsoft.com/office/drawing/2014/main" id="{69FD8451-AF6D-498B-1186-D5401EFA66EF}"/>
              </a:ext>
            </a:extLst>
          </p:cNvPr>
          <p:cNvSpPr>
            <a:spLocks noGrp="1"/>
          </p:cNvSpPr>
          <p:nvPr>
            <p:ph idx="1"/>
          </p:nvPr>
        </p:nvSpPr>
        <p:spPr>
          <a:xfrm>
            <a:off x="-1" y="1825624"/>
            <a:ext cx="12191999" cy="5032376"/>
          </a:xfrm>
        </p:spPr>
        <p:txBody>
          <a:bodyPr>
            <a:normAutofit fontScale="92500" lnSpcReduction="20000"/>
          </a:bodyPr>
          <a:lstStyle/>
          <a:p>
            <a:pPr>
              <a:lnSpc>
                <a:spcPct val="115000"/>
              </a:lnSpc>
              <a:spcAft>
                <a:spcPts val="10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Flash memory uses solid state technology to store data on a non-volatile storage medium.  </a:t>
            </a:r>
          </a:p>
          <a:p>
            <a:pPr>
              <a:lnSpc>
                <a:spcPct val="115000"/>
              </a:lnSpc>
              <a:spcAft>
                <a:spcPts val="10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Since there are no moving parts (everything is electrical as opposed to mechanical) the contents of flash memory are therefore electrically erased and reprogrammed multiple times.</a:t>
            </a:r>
          </a:p>
          <a:p>
            <a:pPr>
              <a:lnSpc>
                <a:spcPct val="115000"/>
              </a:lnSpc>
              <a:spcAft>
                <a:spcPts val="10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Flash storage media use transistors to store data.  A normal transistor has 3 main components, called the source, the drain and the gate or control gate. </a:t>
            </a:r>
          </a:p>
          <a:p>
            <a:pPr lvl="1">
              <a:lnSpc>
                <a:spcPct val="115000"/>
              </a:lnSpc>
              <a:spcAft>
                <a:spcPts val="100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 The transistor operates like a pipe and is used to carry electricity from the source to the drain.  </a:t>
            </a:r>
          </a:p>
          <a:p>
            <a:pPr lvl="1">
              <a:lnSpc>
                <a:spcPct val="115000"/>
              </a:lnSpc>
              <a:spcAft>
                <a:spcPts val="100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In between the source and the drain is a gate or control gate which can be opened or closed to switch the transistor off, representing binary 0.  </a:t>
            </a:r>
          </a:p>
          <a:p>
            <a:pPr lvl="1">
              <a:lnSpc>
                <a:spcPct val="115000"/>
              </a:lnSpc>
              <a:spcAft>
                <a:spcPts val="100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When the control gate is opened and the transistor is therefore switched on it represents a binary 1. </a:t>
            </a:r>
          </a:p>
          <a:p>
            <a:pPr>
              <a:lnSpc>
                <a:spcPct val="115000"/>
              </a:lnSpc>
              <a:spcAft>
                <a:spcPts val="10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A flash transistor is a little different.  It has an additional gate called a floating gate positioned above the control gate.  The floating gate is insulated from the rest of the transistor so it can store some of the electrical charge used to represent the binary data.  Even when the power is removed the electricity is trapped in between the two gates so the binary data is retained.  </a:t>
            </a:r>
          </a:p>
          <a:p>
            <a:pPr>
              <a:lnSpc>
                <a:spcPct val="115000"/>
              </a:lnSpc>
              <a:spcAft>
                <a:spcPts val="10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The data can be erased by applying a negative charge to the transistor to make the trapped electricity drain back down again away from the floating gate.  The process of removing trapped electricity from the floating gate is known as tunnelling.</a:t>
            </a:r>
          </a:p>
          <a:p>
            <a:endParaRPr lang="en-GB" dirty="0"/>
          </a:p>
        </p:txBody>
      </p:sp>
    </p:spTree>
    <p:extLst>
      <p:ext uri="{BB962C8B-B14F-4D97-AF65-F5344CB8AC3E}">
        <p14:creationId xmlns:p14="http://schemas.microsoft.com/office/powerpoint/2010/main" val="12247365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A0B4E-1A8F-D733-8288-5B2FF2EC9565}"/>
              </a:ext>
            </a:extLst>
          </p:cNvPr>
          <p:cNvSpPr>
            <a:spLocks noGrp="1"/>
          </p:cNvSpPr>
          <p:nvPr>
            <p:ph type="title"/>
          </p:nvPr>
        </p:nvSpPr>
        <p:spPr/>
        <p:txBody>
          <a:bodyPr/>
          <a:lstStyle/>
          <a:p>
            <a:r>
              <a:rPr lang="en-GB" dirty="0"/>
              <a:t>Backing Up Vs. Archiving</a:t>
            </a:r>
          </a:p>
        </p:txBody>
      </p:sp>
      <p:sp>
        <p:nvSpPr>
          <p:cNvPr id="3" name="Content Placeholder 2">
            <a:extLst>
              <a:ext uri="{FF2B5EF4-FFF2-40B4-BE49-F238E27FC236}">
                <a16:creationId xmlns:a16="http://schemas.microsoft.com/office/drawing/2014/main" id="{94655935-6DB9-BB0A-BC0E-B60D2BCC563C}"/>
              </a:ext>
            </a:extLst>
          </p:cNvPr>
          <p:cNvSpPr>
            <a:spLocks noGrp="1"/>
          </p:cNvSpPr>
          <p:nvPr>
            <p:ph idx="1"/>
          </p:nvPr>
        </p:nvSpPr>
        <p:spPr>
          <a:xfrm>
            <a:off x="55985" y="1825625"/>
            <a:ext cx="5738327" cy="4864424"/>
          </a:xfrm>
        </p:spPr>
        <p:txBody>
          <a:bodyPr>
            <a:normAutofit fontScale="92500" lnSpcReduction="10000"/>
          </a:bodyPr>
          <a:lstStyle/>
          <a:p>
            <a:r>
              <a:rPr lang="en-GB" dirty="0"/>
              <a:t>Backing up your data is where you make a copy of what is on your system.  However, the original data is still left in place.  The backup can be stored somewhere separately and just used in case the original data gets corrupted or deleted, or the hard disk gets damaged/stolen.</a:t>
            </a:r>
          </a:p>
          <a:p>
            <a:r>
              <a:rPr lang="en-GB" dirty="0"/>
              <a:t>The backup can be used to restore your data to an earlier version.   </a:t>
            </a:r>
          </a:p>
          <a:p>
            <a:r>
              <a:rPr lang="en-GB" dirty="0"/>
              <a:t>The key point is that if you make a backup, you are not deleting or moving the original data - it stays in the same place</a:t>
            </a:r>
          </a:p>
          <a:p>
            <a:endParaRPr lang="en-GB" dirty="0"/>
          </a:p>
        </p:txBody>
      </p:sp>
      <p:sp>
        <p:nvSpPr>
          <p:cNvPr id="4" name="Content Placeholder 2">
            <a:extLst>
              <a:ext uri="{FF2B5EF4-FFF2-40B4-BE49-F238E27FC236}">
                <a16:creationId xmlns:a16="http://schemas.microsoft.com/office/drawing/2014/main" id="{4F72626E-4822-1F64-8B06-E410226833EF}"/>
              </a:ext>
            </a:extLst>
          </p:cNvPr>
          <p:cNvSpPr txBox="1">
            <a:spLocks/>
          </p:cNvSpPr>
          <p:nvPr/>
        </p:nvSpPr>
        <p:spPr>
          <a:xfrm>
            <a:off x="6095999" y="1825625"/>
            <a:ext cx="6040015" cy="4864424"/>
          </a:xfrm>
          <a:prstGeom prst="rect">
            <a:avLst/>
          </a:prstGeom>
          <a:solidFill>
            <a:srgbClr val="000000">
              <a:alpha val="80000"/>
            </a:srgbClr>
          </a:solidFill>
          <a:ln w="76200">
            <a:solidFill>
              <a:srgbClr val="0ED2CF"/>
            </a:solidFill>
          </a:ln>
          <a:effectLst>
            <a:outerShdw blurRad="50800" dist="38100" dir="2700000" algn="tl" rotWithShape="0">
              <a:prstClr val="black">
                <a:alpha val="40000"/>
              </a:prstClr>
            </a:outerShdw>
          </a:effectLst>
        </p:spPr>
        <p:txBody>
          <a:bodyPr vert="horz" lIns="91440" tIns="45720" rIns="91440" bIns="45720" rtlCol="0">
            <a:normAutofit/>
          </a:bodyPr>
          <a:lstStyle>
            <a:lvl1pPr marL="5334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lumMod val="60000"/>
                    <a:lumOff val="40000"/>
                  </a:schemeClr>
                </a:solidFill>
                <a:latin typeface="+mn-lt"/>
                <a:ea typeface="+mn-ea"/>
                <a:cs typeface="+mn-cs"/>
              </a:defRPr>
            </a:lvl1pPr>
            <a:lvl2pPr marL="990600" indent="-228600" algn="l" defTabSz="914400" rtl="0" eaLnBrk="1" latinLnBrk="0" hangingPunct="1">
              <a:lnSpc>
                <a:spcPct val="90000"/>
              </a:lnSpc>
              <a:spcBef>
                <a:spcPts val="500"/>
              </a:spcBef>
              <a:buFont typeface="Arial" panose="020B0604020202020204" pitchFamily="34" charset="0"/>
              <a:buChar char="•"/>
              <a:defRPr sz="2400" kern="1200">
                <a:solidFill>
                  <a:schemeClr val="accent5">
                    <a:lumMod val="60000"/>
                    <a:lumOff val="40000"/>
                  </a:schemeClr>
                </a:solidFill>
                <a:latin typeface="+mn-lt"/>
                <a:ea typeface="+mn-ea"/>
                <a:cs typeface="+mn-cs"/>
              </a:defRPr>
            </a:lvl2pPr>
            <a:lvl3pPr marL="1524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5">
                    <a:lumMod val="60000"/>
                    <a:lumOff val="40000"/>
                  </a:schemeClr>
                </a:solidFill>
                <a:latin typeface="+mn-lt"/>
                <a:ea typeface="+mn-ea"/>
                <a:cs typeface="+mn-cs"/>
              </a:defRPr>
            </a:lvl3pPr>
            <a:lvl4pPr marL="188595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lumMod val="60000"/>
                    <a:lumOff val="40000"/>
                  </a:schemeClr>
                </a:solidFill>
                <a:latin typeface="+mn-lt"/>
                <a:ea typeface="+mn-ea"/>
                <a:cs typeface="+mn-cs"/>
              </a:defRPr>
            </a:lvl4pPr>
            <a:lvl5pPr marL="23241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Archiving is where you want a copy of your data/records, but you no longer need to keep it on your system.  Once the data is archived, it is usually removed from the system and the archived copy is kept elsewhere.  </a:t>
            </a:r>
          </a:p>
          <a:p>
            <a:r>
              <a:rPr lang="en-GB" dirty="0"/>
              <a:t>This frees up space on the hard disk or wherever the data was originally stored.</a:t>
            </a:r>
          </a:p>
          <a:p>
            <a:endParaRPr lang="en-GB" dirty="0"/>
          </a:p>
        </p:txBody>
      </p:sp>
    </p:spTree>
    <p:extLst>
      <p:ext uri="{BB962C8B-B14F-4D97-AF65-F5344CB8AC3E}">
        <p14:creationId xmlns:p14="http://schemas.microsoft.com/office/powerpoint/2010/main" val="3874268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11430</TotalTime>
  <Words>7417</Words>
  <Application>Microsoft Office PowerPoint</Application>
  <PresentationFormat>Widescreen</PresentationFormat>
  <Paragraphs>397</Paragraphs>
  <Slides>66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Calibri Light</vt:lpstr>
      <vt:lpstr>Comic Sans MS</vt:lpstr>
      <vt:lpstr>LEMON MILK</vt:lpstr>
      <vt:lpstr>Office Theme</vt:lpstr>
      <vt:lpstr>Architecture</vt:lpstr>
      <vt:lpstr>You should be able to</vt:lpstr>
      <vt:lpstr>The Processor</vt:lpstr>
      <vt:lpstr>There are two approaches to the design of Microprocessors:</vt:lpstr>
      <vt:lpstr>There are two approaches to the design of Microprocessors:</vt:lpstr>
      <vt:lpstr>Instruction Set</vt:lpstr>
      <vt:lpstr>Machine Code Instructions</vt:lpstr>
      <vt:lpstr>Machine Code Instructions</vt:lpstr>
      <vt:lpstr>Internal Components</vt:lpstr>
      <vt:lpstr>Processor</vt:lpstr>
      <vt:lpstr>The Control Unit</vt:lpstr>
      <vt:lpstr>The Fetch Execute Cycle</vt:lpstr>
      <vt:lpstr>The CPU Clock Speed</vt:lpstr>
      <vt:lpstr>The ALU</vt:lpstr>
      <vt:lpstr>Internal Memory</vt:lpstr>
      <vt:lpstr>Main Memory</vt:lpstr>
      <vt:lpstr>The IAS</vt:lpstr>
      <vt:lpstr>Cache Memory</vt:lpstr>
      <vt:lpstr>ROM</vt:lpstr>
      <vt:lpstr>Boot/Bootscript and Booting Up</vt:lpstr>
      <vt:lpstr>BIOS (Basic Input Output System)</vt:lpstr>
      <vt:lpstr>PowerPoint Presentation</vt:lpstr>
      <vt:lpstr>Question Break</vt:lpstr>
      <vt:lpstr>PowerPoint Presentation</vt:lpstr>
      <vt:lpstr>Buses</vt:lpstr>
      <vt:lpstr>PowerPoint Presentation</vt:lpstr>
      <vt:lpstr>Ports</vt:lpstr>
      <vt:lpstr>PowerPoint Presentation</vt:lpstr>
      <vt:lpstr>Registers</vt:lpstr>
      <vt:lpstr>PowerPoint Presentation</vt:lpstr>
      <vt:lpstr>The Fetch Execute Cycle</vt:lpstr>
      <vt:lpstr>PowerPoint Presentation</vt:lpstr>
      <vt:lpstr>Factors influencing the speed of processing</vt:lpstr>
      <vt:lpstr>Factors influencing the speed of processing: Reduced</vt:lpstr>
      <vt:lpstr>PowerPoint Presentation</vt:lpstr>
      <vt:lpstr>Storage</vt:lpstr>
      <vt:lpstr>PowerPoint Presentation</vt:lpstr>
      <vt:lpstr>Main Memory = Primary Storage</vt:lpstr>
      <vt:lpstr>Backing Storage = Auxiliary Storage = Secondary Storage</vt:lpstr>
      <vt:lpstr>Role Of Storage Devices</vt:lpstr>
      <vt:lpstr>Secondary Storage – Why is it necessary?</vt:lpstr>
      <vt:lpstr>PowerPoint Presentation</vt:lpstr>
      <vt:lpstr>Activity: Research Question</vt:lpstr>
      <vt:lpstr>Magnetic, optical and flash storage media </vt:lpstr>
      <vt:lpstr>Magnetic Media</vt:lpstr>
      <vt:lpstr>Defragmentation</vt:lpstr>
      <vt:lpstr>PowerPoint Presentation</vt:lpstr>
      <vt:lpstr>PowerPoint Presentation</vt:lpstr>
      <vt:lpstr>PowerPoint Presentation</vt:lpstr>
      <vt:lpstr>PowerPoint Presentation</vt:lpstr>
      <vt:lpstr>PowerPoint Presentation</vt:lpstr>
      <vt:lpstr>There are two types of hard disks (standards): </vt:lpstr>
      <vt:lpstr>Using hard disks as a storage media </vt:lpstr>
      <vt:lpstr>Magnetic tapes come in two forms</vt:lpstr>
      <vt:lpstr>Pros and Cons</vt:lpstr>
      <vt:lpstr>Optical Media</vt:lpstr>
      <vt:lpstr>How CDs Work</vt:lpstr>
      <vt:lpstr>PowerPoint Presentation</vt:lpstr>
      <vt:lpstr>Pros and Cons</vt:lpstr>
      <vt:lpstr>CD-R</vt:lpstr>
      <vt:lpstr>CD-RW</vt:lpstr>
      <vt:lpstr>DVD</vt:lpstr>
      <vt:lpstr>DVDs: Pros and Cons</vt:lpstr>
      <vt:lpstr>Blu-Ray Disks</vt:lpstr>
      <vt:lpstr>Flash Storage</vt:lpstr>
      <vt:lpstr>Backing Up Vs. Archiving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dc:title>
  <dc:creator>Mr Butler</dc:creator>
  <cp:lastModifiedBy>J Butler</cp:lastModifiedBy>
  <cp:revision>42</cp:revision>
  <dcterms:created xsi:type="dcterms:W3CDTF">2021-07-31T21:36:57Z</dcterms:created>
  <dcterms:modified xsi:type="dcterms:W3CDTF">2026-10-21T09:42:27Z</dcterms:modified>
</cp:coreProperties>
</file>